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4e0a21877d9466f" /><Relationship Type="http://schemas.openxmlformats.org/officeDocument/2006/relationships/extended-properties" Target="/docProps/app.xml" Id="Re43d535a7166411a" /><Relationship Type="http://schemas.openxmlformats.org/officeDocument/2006/relationships/officeDocument" Target="/ppt/presentation.xml" Id="Reb2d4a19f6f24721" /></Relationships>
</file>

<file path=ppt/presentation.xml><?xml version="1.0" encoding="utf-8"?>
<p:presentation xmlns:p="http://schemas.openxmlformats.org/presentationml/2006/main">
  <p:sldMasterIdLst>
    <p:sldMasterId xmlns:r="http://schemas.openxmlformats.org/officeDocument/2006/relationships" id="2147483648" r:id="Rb2bdf2df10574833"/>
  </p:sldMasterIdLst>
  <p:notesMasterIdLst>
    <p:notesMasterId xmlns:r="http://schemas.openxmlformats.org/officeDocument/2006/relationships" r:id="Rf885595cc5c24319"/>
  </p:notesMasterIdLst>
  <p:sldIdLst>
    <p:sldId xmlns:r="http://schemas.openxmlformats.org/officeDocument/2006/relationships" id="256" r:id="Rc6cd8c85ccd24ea7"/>
    <p:sldId xmlns:r="http://schemas.openxmlformats.org/officeDocument/2006/relationships" id="257" r:id="R79bc1e33f7534ba0"/>
    <p:sldId xmlns:r="http://schemas.openxmlformats.org/officeDocument/2006/relationships" id="258" r:id="R88401b5df7164bb0"/>
    <p:sldId xmlns:r="http://schemas.openxmlformats.org/officeDocument/2006/relationships" id="259" r:id="Ra5461cc6dc394d73"/>
    <p:sldId xmlns:r="http://schemas.openxmlformats.org/officeDocument/2006/relationships" id="260" r:id="R1f7d50d92350493c"/>
    <p:sldId xmlns:r="http://schemas.openxmlformats.org/officeDocument/2006/relationships" id="261" r:id="R1a506da62a1544fc"/>
    <p:sldId xmlns:r="http://schemas.openxmlformats.org/officeDocument/2006/relationships" id="262" r:id="R6ef0fffa94664048"/>
    <p:sldId xmlns:r="http://schemas.openxmlformats.org/officeDocument/2006/relationships" id="263" r:id="R32fb998d589b46b1"/>
    <p:sldId xmlns:r="http://schemas.openxmlformats.org/officeDocument/2006/relationships" id="264" r:id="R4525de2598844dcd"/>
    <p:sldId xmlns:r="http://schemas.openxmlformats.org/officeDocument/2006/relationships" id="265" r:id="Re0cb5741976b4e6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0b0e41a605c4c75" /><Relationship Type="http://schemas.openxmlformats.org/officeDocument/2006/relationships/slideMaster" Target="/ppt/slideMasters/slideMaster1.xml" Id="Rb2bdf2df10574833" /><Relationship Type="http://schemas.openxmlformats.org/officeDocument/2006/relationships/notesMaster" Target="/ppt/notesMasters/notesMaster1.xml" Id="Rf885595cc5c24319" /><Relationship Type="http://schemas.openxmlformats.org/officeDocument/2006/relationships/presProps" Target="/ppt/presProps.xml" Id="R74b92d5bb33f4105" /><Relationship Type="http://schemas.openxmlformats.org/officeDocument/2006/relationships/tableStyles" Target="/ppt/tableStyles.xml" Id="R80afa143a0694802" /><Relationship Type="http://schemas.openxmlformats.org/officeDocument/2006/relationships/slide" Target="/ppt/slides/slide1.xml" Id="Rc6cd8c85ccd24ea7" /><Relationship Type="http://schemas.openxmlformats.org/officeDocument/2006/relationships/slide" Target="/ppt/slides/slide2.xml" Id="R79bc1e33f7534ba0" /><Relationship Type="http://schemas.openxmlformats.org/officeDocument/2006/relationships/slide" Target="/ppt/slides/slide3.xml" Id="R88401b5df7164bb0" /><Relationship Type="http://schemas.openxmlformats.org/officeDocument/2006/relationships/slide" Target="/ppt/slides/slide4.xml" Id="Ra5461cc6dc394d73" /><Relationship Type="http://schemas.openxmlformats.org/officeDocument/2006/relationships/slide" Target="/ppt/slides/slide5.xml" Id="R1f7d50d92350493c" /><Relationship Type="http://schemas.openxmlformats.org/officeDocument/2006/relationships/slide" Target="/ppt/slides/slide6.xml" Id="R1a506da62a1544fc" /><Relationship Type="http://schemas.openxmlformats.org/officeDocument/2006/relationships/slide" Target="/ppt/slides/slide7.xml" Id="R6ef0fffa94664048" /><Relationship Type="http://schemas.openxmlformats.org/officeDocument/2006/relationships/slide" Target="/ppt/slides/slide8.xml" Id="R32fb998d589b46b1" /><Relationship Type="http://schemas.openxmlformats.org/officeDocument/2006/relationships/slide" Target="/ppt/slides/slide9.xml" Id="R4525de2598844dcd" /><Relationship Type="http://schemas.openxmlformats.org/officeDocument/2006/relationships/slide" Target="/ppt/slides/slide10.xml" Id="Re0cb5741976b4e6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b8819852856417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a73b62563714ad7" /><Relationship Type="http://schemas.openxmlformats.org/officeDocument/2006/relationships/notesMaster" Target="/ppt/notesMasters/notesMaster1.xml" Id="R65885a41751e4784" /></Relationships>
</file>

<file path=ppt/notesSlides/_rels/notesSlide2.xml.rels>&#65279;<?xml version="1.0" encoding="utf-8"?><Relationships xmlns="http://schemas.openxmlformats.org/package/2006/relationships"><Relationship Type="http://schemas.openxmlformats.org/officeDocument/2006/relationships/slide" Target="/ppt/slides/slide2.xml" Id="Rbf4531fda15c4186" /><Relationship Type="http://schemas.openxmlformats.org/officeDocument/2006/relationships/notesMaster" Target="/ppt/notesMasters/notesMaster1.xml" Id="R31c965f8d0a2493a" /></Relationships>
</file>

<file path=ppt/notesSlides/_rels/notesSlide3.xml.rels>&#65279;<?xml version="1.0" encoding="utf-8"?><Relationships xmlns="http://schemas.openxmlformats.org/package/2006/relationships"><Relationship Type="http://schemas.openxmlformats.org/officeDocument/2006/relationships/slide" Target="/ppt/slides/slide3.xml" Id="R8893ad8fabc94867" /><Relationship Type="http://schemas.openxmlformats.org/officeDocument/2006/relationships/notesMaster" Target="/ppt/notesMasters/notesMaster1.xml" Id="Rd3655756a47e4c2e" /></Relationships>
</file>

<file path=ppt/notesSlides/_rels/notesSlide4.xml.rels>&#65279;<?xml version="1.0" encoding="utf-8"?><Relationships xmlns="http://schemas.openxmlformats.org/package/2006/relationships"><Relationship Type="http://schemas.openxmlformats.org/officeDocument/2006/relationships/slide" Target="/ppt/slides/slide4.xml" Id="Rf1e9aae63c3a4e86" /><Relationship Type="http://schemas.openxmlformats.org/officeDocument/2006/relationships/notesMaster" Target="/ppt/notesMasters/notesMaster1.xml" Id="R9c1247663b074f48" /></Relationships>
</file>

<file path=ppt/notesSlides/_rels/notesSlide5.xml.rels>&#65279;<?xml version="1.0" encoding="utf-8"?><Relationships xmlns="http://schemas.openxmlformats.org/package/2006/relationships"><Relationship Type="http://schemas.openxmlformats.org/officeDocument/2006/relationships/slide" Target="/ppt/slides/slide5.xml" Id="R1075a8a7e0654637" /><Relationship Type="http://schemas.openxmlformats.org/officeDocument/2006/relationships/notesMaster" Target="/ppt/notesMasters/notesMaster1.xml" Id="R33f2200f677645c0" /></Relationships>
</file>

<file path=ppt/notesSlides/_rels/notesSlide6.xml.rels>&#65279;<?xml version="1.0" encoding="utf-8"?><Relationships xmlns="http://schemas.openxmlformats.org/package/2006/relationships"><Relationship Type="http://schemas.openxmlformats.org/officeDocument/2006/relationships/slide" Target="/ppt/slides/slide6.xml" Id="Raffb66a421ed4f75" /><Relationship Type="http://schemas.openxmlformats.org/officeDocument/2006/relationships/notesMaster" Target="/ppt/notesMasters/notesMaster1.xml" Id="R141d5cd7d6c54b3e" /></Relationships>
</file>

<file path=ppt/notesSlides/_rels/notesSlide7.xml.rels>&#65279;<?xml version="1.0" encoding="utf-8"?><Relationships xmlns="http://schemas.openxmlformats.org/package/2006/relationships"><Relationship Type="http://schemas.openxmlformats.org/officeDocument/2006/relationships/slide" Target="/ppt/slides/slide7.xml" Id="Ra16f6cc40e17409e" /><Relationship Type="http://schemas.openxmlformats.org/officeDocument/2006/relationships/notesMaster" Target="/ppt/notesMasters/notesMaster1.xml" Id="R3b5e7575fc854868" /></Relationships>
</file>

<file path=ppt/notesSlides/_rels/notesSlide8.xml.rels>&#65279;<?xml version="1.0" encoding="utf-8"?><Relationships xmlns="http://schemas.openxmlformats.org/package/2006/relationships"><Relationship Type="http://schemas.openxmlformats.org/officeDocument/2006/relationships/slide" Target="/ppt/slides/slide8.xml" Id="Ra10159a201da4b8d" /><Relationship Type="http://schemas.openxmlformats.org/officeDocument/2006/relationships/notesMaster" Target="/ppt/notesMasters/notesMaster1.xml" Id="R2bc234fd85e340d8" /></Relationships>
</file>

<file path=ppt/notesSlides/_rels/notesSlide9.xml.rels>&#65279;<?xml version="1.0" encoding="utf-8"?><Relationships xmlns="http://schemas.openxmlformats.org/package/2006/relationships"><Relationship Type="http://schemas.openxmlformats.org/officeDocument/2006/relationships/slide" Target="/ppt/slides/slide9.xml" Id="R2361a4b044934486" /><Relationship Type="http://schemas.openxmlformats.org/officeDocument/2006/relationships/notesMaster" Target="/ppt/notesMasters/notesMaster1.xml" Id="Re8d67223bee8467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56df66c55a440fe" /><Relationship Type="http://schemas.openxmlformats.org/officeDocument/2006/relationships/notesMaster" Target="/ppt/notesMasters/notesMaster1.xml" Id="R353c19911e1c4ce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Derived from the white paper and investor brief dated 20 October 2026. Authors and degrees supplied by David Xu. This proposed venture has not established biological efficacy, a validated proprietary target, institutional sponsorship, founder role commitments or clinical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AI guided discovery of cellular rejuvenation mechanisms, white paper and venture development plan, 20 October 2026. White paper pp. 1–3, 10, 16–17 All forward research and financial milestones are proposed assumptions. No biological efficacy, validated proprietary target or clinical result has been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AI guided discovery of cellular rejuvenation mechanisms, white paper and venture development plan, 20 October 2026. White paper pp. 2–5, 23–25 All forward research and financial milestones are proposed assumptions. No biological efficacy, validated proprietary target or clinical result has been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AI guided discovery of cellular rejuvenation mechanisms, white paper and venture development plan, 20 October 2026. White paper pp. 6–9 All forward research and financial milestones are proposed assumptions. No biological efficacy, validated proprietary target or clinical result has been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AI guided discovery of cellular rejuvenation mechanisms, white paper and venture development plan, 20 October 2026. White paper pp. 10–13 All forward research and financial milestones are proposed assumptions. No biological efficacy, validated proprietary target or clinical result has been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AI guided discovery of cellular rejuvenation mechanisms, white paper and venture development plan, 20 October 2026. White paper pp. 12–13, 23 All forward research and financial milestones are proposed assumptions. No biological efficacy, validated proprietary target or clinical result has been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AI guided discovery of cellular rejuvenation mechanisms, white paper and venture development plan, 20 October 2026. White paper p. 18. USD millions. Planning assumptions, subject to quotes and approved hiring All forward research and financial milestones are proposed assumptions. No biological efficacy, validated proprietary target or clinical result has been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AI guided discovery of cellular rejuvenation mechanisms, white paper and venture development plan, 20 October 2026. White paper pp. 15–17, 19, 21 All forward research and financial milestones are proposed assumptions. No biological efficacy, validated proprietary target or clinical result has been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AI guided discovery of cellular rejuvenation mechanisms, white paper and venture development plan, 20 October 2026. White paper pp. 13–14, 18–22 All forward research and financial milestones are proposed assumptions. No biological efficacy, validated proprietary target or clinical result has been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AI guided discovery of cellular rejuvenation mechanisms, white paper and venture development plan, 20 October 2026. White paper pp. 19, 22–23. Contact: exutechnology@gmail.com All forward research and financial milestones are proposed assumptions. No biological efficacy, validated proprietary target or clinical result has been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f2522afa603499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59ad2497e3342b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07a4a0ba2d5453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be160d76cf1484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88f791d87de401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06f8b2cf6d5459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49B15EC-1F21-4138-80FE-4D8D3D8FD89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314F036-5244-4DDE-80F7-0DBF5726189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711E8C3-4694-4E30-AFE6-6D64669BAE9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F803BCF-B518-402C-A314-0F5A1C43378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E36255C-CEE6-4956-99A9-EF68F95FB5F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AA8EA7C-49D2-4BAC-BD3A-C1562797D81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4332872-0912-4434-A783-251ABDB5CBB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5AEAD1C-D440-4E38-B76F-C77B59DDDE4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5715051-94D3-4F10-9E47-C789FC70517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FE4DFE9-2530-43A7-ABA0-24EC1127CCF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caafed43f504919" /><Relationship Type="http://schemas.openxmlformats.org/officeDocument/2006/relationships/slideLayout" Target="/ppt/slideLayouts/slideLayout1.xml" Id="R63f0e98b51eb4575" /><Relationship Type="http://schemas.openxmlformats.org/officeDocument/2006/relationships/slideLayout" Target="/ppt/slideLayouts/slideLayout2.xml" Id="R901f201050bb4ba2" /><Relationship Type="http://schemas.openxmlformats.org/officeDocument/2006/relationships/slideLayout" Target="/ppt/slideLayouts/slideLayout3.xml" Id="R81e66c7e27af445d" /><Relationship Type="http://schemas.openxmlformats.org/officeDocument/2006/relationships/slideLayout" Target="/ppt/slideLayouts/slideLayout4.xml" Id="R2d59c71179de454f" /><Relationship Type="http://schemas.openxmlformats.org/officeDocument/2006/relationships/slideLayout" Target="/ppt/slideLayouts/slideLayout5.xml" Id="Re226b95265014d45" /><Relationship Type="http://schemas.openxmlformats.org/officeDocument/2006/relationships/slideLayout" Target="/ppt/slideLayouts/slideLayout6.xml" Id="Rbe0a7b28946a483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3f0e98b51eb4575"/>
    <p:sldLayoutId xmlns:r="http://schemas.openxmlformats.org/officeDocument/2006/relationships" id="2147483650" r:id="R901f201050bb4ba2"/>
    <p:sldLayoutId xmlns:r="http://schemas.openxmlformats.org/officeDocument/2006/relationships" id="2147483651" r:id="R81e66c7e27af445d"/>
    <p:sldLayoutId xmlns:r="http://schemas.openxmlformats.org/officeDocument/2006/relationships" id="2147483652" r:id="R2d59c71179de454f"/>
    <p:sldLayoutId xmlns:r="http://schemas.openxmlformats.org/officeDocument/2006/relationships" id="2147483653" r:id="Re226b95265014d45"/>
    <p:sldLayoutId xmlns:r="http://schemas.openxmlformats.org/officeDocument/2006/relationships" id="2147483654" r:id="Rbe0a7b28946a483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ad66749ecc04a54" /><Relationship Type="http://schemas.openxmlformats.org/officeDocument/2006/relationships/notesSlide" Target="/ppt/notesSlides/notesSlide1.xml" Id="R661eea3ded2340a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7f70ba19d9c460c" /><Relationship Type="http://schemas.openxmlformats.org/officeDocument/2006/relationships/notesSlide" Target="/ppt/notesSlides/notesSlide2.xml" Id="R37c61306086c410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d852766d1594d07" /><Relationship Type="http://schemas.openxmlformats.org/officeDocument/2006/relationships/notesSlide" Target="/ppt/notesSlides/notesSlide3.xml" Id="Re0e847b66fe54f6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cd471e01f6948ec" /><Relationship Type="http://schemas.openxmlformats.org/officeDocument/2006/relationships/notesSlide" Target="/ppt/notesSlides/notesSlide4.xml" Id="R6b86926c7f5f4fc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09c706b9caa4690" /><Relationship Type="http://schemas.openxmlformats.org/officeDocument/2006/relationships/notesSlide" Target="/ppt/notesSlides/notesSlide5.xml" Id="Rfb5a666f8dea46a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29db462e05348ae" /><Relationship Type="http://schemas.openxmlformats.org/officeDocument/2006/relationships/notesSlide" Target="/ppt/notesSlides/notesSlide6.xml" Id="R28a386176d2e4b5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fde6dd0d7d04719" /><Relationship Type="http://schemas.openxmlformats.org/officeDocument/2006/relationships/notesSlide" Target="/ppt/notesSlides/notesSlide7.xml" Id="R081a64f2c14949e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a6dafbe943a44c8" /><Relationship Type="http://schemas.openxmlformats.org/officeDocument/2006/relationships/notesSlide" Target="/ppt/notesSlides/notesSlide8.xml" Id="R55b7f81dbed34f0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ad2d45b388b42c3" /><Relationship Type="http://schemas.openxmlformats.org/officeDocument/2006/relationships/notesSlide" Target="/ppt/notesSlides/notesSlide9.xml" Id="R8c3e579e74394a9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dbad0b329c244f5" /><Relationship Type="http://schemas.openxmlformats.org/officeDocument/2006/relationships/notesSlide" Target="/ppt/notesSlides/notesSlide10.xml" Id="R8ccaae263887407e" /></Relationships>
</file>

<file path=ppt/slides/slide1.xml><?xml version="1.0" encoding="utf-8"?>
<p:sld xmlns:p="http://schemas.openxmlformats.org/presentationml/2006/main">
  <p:cSld>
    <p:bg>
      <p:bgPr>
        <a:solidFill xmlns:a="http://schemas.openxmlformats.org/drawingml/2006/main">
          <a:srgbClr val="112C40"/>
        </a:solidFill>
      </p:bgPr>
    </p:bg>
    <p:spTree>
      <p:nvGrpSpPr>
        <p:cNvPr id="1" name=""/>
        <p:cNvGrpSpPr/>
        <p:nvPr/>
      </p:nvGrpSpPr>
      <p:grpSpPr>
        <a:xfrm xmlns:a="http://schemas.openxmlformats.org/drawingml/2006/main"/>
      </p:grpSpPr>
      <p:sp>
        <p:nvSpPr>
          <p:cNvPr id="6" name="accent">
            <a:extLst xmlns:a="http://schemas.openxmlformats.org/drawingml/2006/main">
              <a:ext uri="{FF2B5EF4-FFF2-40B4-BE49-F238E27FC236}">
                <a16:creationId xmlns:a16="http://schemas.microsoft.com/office/drawing/2014/main" id="{6FBCE58D-7277-4FCD-A24C-AEC30D26AF43}"/>
              </a:ext>
            </a:extLst>
          </p:cNvPr>
          <p:cNvSpPr>
            <a:spLocks xmlns:a="http://schemas.openxmlformats.org/drawingml/2006/main" noGrp="1"/>
          </p:cNvSpPr>
          <p:nvPr/>
        </p:nvSpPr>
        <p:spPr>
          <a:xfrm xmlns:a="http://schemas.openxmlformats.org/drawingml/2006/main">
            <a:off x="628650" y="857250"/>
            <a:ext cx="952500" cy="66675"/>
          </a:xfrm>
          <a:prstGeom xmlns:a="http://schemas.openxmlformats.org/drawingml/2006/main" prst="rect">
            <a:avLst/>
          </a:prstGeom>
          <a:solidFill xmlns:a="http://schemas.openxmlformats.org/drawingml/2006/main">
            <a:srgbClr val="087E8B"/>
          </a:solidFill>
          <a:ln xmlns:a="http://schemas.openxmlformats.org/drawingml/2006/main" w="0">
            <a:noFill/>
            <a:prstDash val="solid"/>
          </a:ln>
        </p:spPr>
      </p:sp>
      <p:sp>
        <p:nvSpPr>
          <p:cNvPr id="2" name="title">
            <a:extLst xmlns:a="http://schemas.openxmlformats.org/drawingml/2006/main">
              <a:ext uri="{FF2B5EF4-FFF2-40B4-BE49-F238E27FC236}">
                <a16:creationId xmlns:a16="http://schemas.microsoft.com/office/drawing/2014/main" id="{B3FBFE2C-AE76-4FA3-967F-09D6149575AD}"/>
              </a:ext>
            </a:extLst>
          </p:cNvPr>
          <p:cNvSpPr>
            <a:spLocks xmlns:a="http://schemas.openxmlformats.org/drawingml/2006/main" noGrp="1"/>
          </p:cNvSpPr>
          <p:nvPr/>
        </p:nvSpPr>
        <p:spPr>
          <a:xfrm xmlns:a="http://schemas.openxmlformats.org/drawingml/2006/main">
            <a:off x="609600" y="1524000"/>
            <a:ext cx="10572750" cy="1790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800" b="1">
                <a:solidFill>
                  <a:srgbClr val="FFFFFF"/>
                </a:solidFill>
                <a:latin typeface="Nimbus Sans"/>
                <a:ea typeface="Nimbus Sans"/>
                <a:cs typeface="Nimbus Sans"/>
              </a:defRPr>
            </a:defPPr>
            <a:lvl1pPr>
              <a:defRPr sz="4800" b="1">
                <a:solidFill>
                  <a:srgbClr val="FFFFFF"/>
                </a:solidFill>
                <a:latin typeface="Nimbus Sans"/>
                <a:ea typeface="Nimbus Sans"/>
                <a:cs typeface="Nimbus Sans"/>
              </a:defRPr>
            </a:lvl1pPr>
            <a:lvl2pPr>
              <a:defRPr sz="4800" b="1">
                <a:solidFill>
                  <a:srgbClr val="FFFFFF"/>
                </a:solidFill>
                <a:latin typeface="Nimbus Sans"/>
                <a:ea typeface="Nimbus Sans"/>
                <a:cs typeface="Nimbus Sans"/>
              </a:defRPr>
            </a:lvl2pPr>
            <a:lvl3pPr>
              <a:defRPr sz="4800" b="1">
                <a:solidFill>
                  <a:srgbClr val="FFFFFF"/>
                </a:solidFill>
                <a:latin typeface="Nimbus Sans"/>
                <a:ea typeface="Nimbus Sans"/>
                <a:cs typeface="Nimbus Sans"/>
              </a:defRPr>
            </a:lvl3pPr>
            <a:lvl4pPr>
              <a:defRPr sz="4800" b="1">
                <a:solidFill>
                  <a:srgbClr val="FFFFFF"/>
                </a:solidFill>
                <a:latin typeface="Nimbus Sans"/>
                <a:ea typeface="Nimbus Sans"/>
                <a:cs typeface="Nimbus Sans"/>
              </a:defRPr>
            </a:lvl4pPr>
            <a:lvl5pPr>
              <a:defRPr sz="4800" b="1">
                <a:solidFill>
                  <a:srgbClr val="FFFFFF"/>
                </a:solidFill>
                <a:latin typeface="Nimbus Sans"/>
                <a:ea typeface="Nimbus Sans"/>
                <a:cs typeface="Nimbus Sans"/>
              </a:defRPr>
            </a:lvl5pPr>
            <a:lvl6pPr>
              <a:defRPr sz="4800" b="1">
                <a:solidFill>
                  <a:srgbClr val="FFFFFF"/>
                </a:solidFill>
                <a:latin typeface="Nimbus Sans"/>
                <a:ea typeface="Nimbus Sans"/>
                <a:cs typeface="Nimbus Sans"/>
              </a:defRPr>
            </a:lvl6pPr>
            <a:lvl7pPr>
              <a:defRPr sz="4800" b="1">
                <a:solidFill>
                  <a:srgbClr val="FFFFFF"/>
                </a:solidFill>
                <a:latin typeface="Nimbus Sans"/>
                <a:ea typeface="Nimbus Sans"/>
                <a:cs typeface="Nimbus Sans"/>
              </a:defRPr>
            </a:lvl7pPr>
            <a:lvl8pPr>
              <a:defRPr sz="4800" b="1">
                <a:solidFill>
                  <a:srgbClr val="FFFFFF"/>
                </a:solidFill>
                <a:latin typeface="Nimbus Sans"/>
                <a:ea typeface="Nimbus Sans"/>
                <a:cs typeface="Nimbus Sans"/>
              </a:defRPr>
            </a:lvl8pPr>
            <a:lvl9pPr>
              <a:defRPr sz="4800" b="1">
                <a:solidFill>
                  <a:srgbClr val="FFFFFF"/>
                </a:solidFill>
                <a:latin typeface="Nimbus Sans"/>
                <a:ea typeface="Nimbus Sans"/>
                <a:cs typeface="Nimbus Sans"/>
              </a:defRPr>
            </a:lvl9pPr>
          </a:lstStyle>
          <a:p xmlns:a="http://schemas.openxmlformats.org/drawingml/2006/main">
            <a:pPr>
              <a:defRPr sz="4800" b="1">
                <a:solidFill>
                  <a:srgbClr val="FFFFFF"/>
                </a:solidFill>
                <a:latin typeface="Nimbus Sans"/>
                <a:ea typeface="Nimbus Sans"/>
                <a:cs typeface="Nimbus Sans"/>
              </a:defRPr>
            </a:pPr>
            <a:r>
              <a:rPr sz="4800" b="1">
                <a:solidFill>
                  <a:srgbClr val="FFFFFF"/>
                </a:solidFill>
                <a:latin typeface="Nimbus Sans"/>
                <a:ea typeface="Nimbus Sans"/>
                <a:cs typeface="Nimbus Sans"/>
              </a:rPr>
              <a:t>AI-guided cellular</a:t>
            </a:r>
          </a:p>
          <a:p xmlns:a="http://schemas.openxmlformats.org/drawingml/2006/main">
            <a:pPr>
              <a:defRPr sz="4800" b="1">
                <a:solidFill>
                  <a:srgbClr val="FFFFFF"/>
                </a:solidFill>
                <a:latin typeface="Nimbus Sans"/>
                <a:ea typeface="Nimbus Sans"/>
                <a:cs typeface="Nimbus Sans"/>
              </a:defRPr>
            </a:pPr>
            <a:r>
              <a:rPr sz="4800" b="1">
                <a:solidFill>
                  <a:srgbClr val="FFFFFF"/>
                </a:solidFill>
                <a:latin typeface="Nimbus Sans"/>
                <a:ea typeface="Nimbus Sans"/>
                <a:cs typeface="Nimbus Sans"/>
              </a:rPr>
              <a:t>rejuvenation</a:t>
            </a:r>
          </a:p>
        </p:txBody>
      </p:sp>
      <p:sp>
        <p:nvSpPr>
          <p:cNvPr id="3" name="subtitle">
            <a:extLst xmlns:a="http://schemas.openxmlformats.org/drawingml/2006/main">
              <a:ext uri="{FF2B5EF4-FFF2-40B4-BE49-F238E27FC236}">
                <a16:creationId xmlns:a16="http://schemas.microsoft.com/office/drawing/2014/main" id="{31383EB1-A1E6-4D7F-8033-92471D789E25}"/>
              </a:ext>
            </a:extLst>
          </p:cNvPr>
          <p:cNvSpPr>
            <a:spLocks xmlns:a="http://schemas.openxmlformats.org/drawingml/2006/main" noGrp="1"/>
          </p:cNvSpPr>
          <p:nvPr/>
        </p:nvSpPr>
        <p:spPr>
          <a:xfrm xmlns:a="http://schemas.openxmlformats.org/drawingml/2006/main">
            <a:off x="609600" y="3571875"/>
            <a:ext cx="10668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FFFFFF"/>
                </a:solidFill>
                <a:latin typeface="Nimbus Sans"/>
                <a:ea typeface="Nimbus Sans"/>
                <a:cs typeface="Nimbus Sans"/>
              </a:defRPr>
            </a:defPPr>
            <a:lvl1pPr>
              <a:defRPr sz="2325" b="0">
                <a:solidFill>
                  <a:srgbClr val="FFFFFF"/>
                </a:solidFill>
                <a:latin typeface="Nimbus Sans"/>
                <a:ea typeface="Nimbus Sans"/>
                <a:cs typeface="Nimbus Sans"/>
              </a:defRPr>
            </a:lvl1pPr>
            <a:lvl2pPr>
              <a:defRPr sz="2325" b="0">
                <a:solidFill>
                  <a:srgbClr val="FFFFFF"/>
                </a:solidFill>
                <a:latin typeface="Nimbus Sans"/>
                <a:ea typeface="Nimbus Sans"/>
                <a:cs typeface="Nimbus Sans"/>
              </a:defRPr>
            </a:lvl2pPr>
            <a:lvl3pPr>
              <a:defRPr sz="2325" b="0">
                <a:solidFill>
                  <a:srgbClr val="FFFFFF"/>
                </a:solidFill>
                <a:latin typeface="Nimbus Sans"/>
                <a:ea typeface="Nimbus Sans"/>
                <a:cs typeface="Nimbus Sans"/>
              </a:defRPr>
            </a:lvl3pPr>
            <a:lvl4pPr>
              <a:defRPr sz="2325" b="0">
                <a:solidFill>
                  <a:srgbClr val="FFFFFF"/>
                </a:solidFill>
                <a:latin typeface="Nimbus Sans"/>
                <a:ea typeface="Nimbus Sans"/>
                <a:cs typeface="Nimbus Sans"/>
              </a:defRPr>
            </a:lvl4pPr>
            <a:lvl5pPr>
              <a:defRPr sz="2325" b="0">
                <a:solidFill>
                  <a:srgbClr val="FFFFFF"/>
                </a:solidFill>
                <a:latin typeface="Nimbus Sans"/>
                <a:ea typeface="Nimbus Sans"/>
                <a:cs typeface="Nimbus Sans"/>
              </a:defRPr>
            </a:lvl5pPr>
            <a:lvl6pPr>
              <a:defRPr sz="2325" b="0">
                <a:solidFill>
                  <a:srgbClr val="FFFFFF"/>
                </a:solidFill>
                <a:latin typeface="Nimbus Sans"/>
                <a:ea typeface="Nimbus Sans"/>
                <a:cs typeface="Nimbus Sans"/>
              </a:defRPr>
            </a:lvl6pPr>
            <a:lvl7pPr>
              <a:defRPr sz="2325" b="0">
                <a:solidFill>
                  <a:srgbClr val="FFFFFF"/>
                </a:solidFill>
                <a:latin typeface="Nimbus Sans"/>
                <a:ea typeface="Nimbus Sans"/>
                <a:cs typeface="Nimbus Sans"/>
              </a:defRPr>
            </a:lvl7pPr>
            <a:lvl8pPr>
              <a:defRPr sz="2325" b="0">
                <a:solidFill>
                  <a:srgbClr val="FFFFFF"/>
                </a:solidFill>
                <a:latin typeface="Nimbus Sans"/>
                <a:ea typeface="Nimbus Sans"/>
                <a:cs typeface="Nimbus Sans"/>
              </a:defRPr>
            </a:lvl8pPr>
            <a:lvl9pPr>
              <a:defRPr sz="2325" b="0">
                <a:solidFill>
                  <a:srgbClr val="FFFFFF"/>
                </a:solidFill>
                <a:latin typeface="Nimbus Sans"/>
                <a:ea typeface="Nimbus Sans"/>
                <a:cs typeface="Nimbus Sans"/>
              </a:defRPr>
            </a:lvl9pPr>
          </a:lstStyle>
          <a:p xmlns:a="http://schemas.openxmlformats.org/drawingml/2006/main">
            <a:pPr>
              <a:defRPr sz="2325" b="0">
                <a:solidFill>
                  <a:srgbClr val="FFFFFF"/>
                </a:solidFill>
                <a:latin typeface="Nimbus Sans"/>
                <a:ea typeface="Nimbus Sans"/>
                <a:cs typeface="Nimbus Sans"/>
              </a:defRPr>
            </a:pPr>
            <a:r>
              <a:rPr sz="2325" b="0">
                <a:solidFill>
                  <a:srgbClr val="FFFFFF"/>
                </a:solidFill>
                <a:latin typeface="Nimbus Sans"/>
                <a:ea typeface="Nimbus Sans"/>
                <a:cs typeface="Nimbus Sans"/>
              </a:rPr>
              <a:t>A proposed program for causal mechanism discovery</a:t>
            </a:r>
          </a:p>
          <a:p xmlns:a="http://schemas.openxmlformats.org/drawingml/2006/main">
            <a:pPr>
              <a:defRPr sz="2325" b="0">
                <a:solidFill>
                  <a:srgbClr val="FFFFFF"/>
                </a:solidFill>
                <a:latin typeface="Nimbus Sans"/>
                <a:ea typeface="Nimbus Sans"/>
                <a:cs typeface="Nimbus Sans"/>
              </a:defRPr>
            </a:pPr>
            <a:r>
              <a:rPr sz="2325" b="0">
                <a:solidFill>
                  <a:srgbClr val="FFFFFF"/>
                </a:solidFill>
                <a:latin typeface="Nimbus Sans"/>
                <a:ea typeface="Nimbus Sans"/>
                <a:cs typeface="Nimbus Sans"/>
              </a:rPr>
              <a:t>and functional validation in adult human cells</a:t>
            </a:r>
          </a:p>
        </p:txBody>
      </p:sp>
      <p:sp>
        <p:nvSpPr>
          <p:cNvPr id="4" name="authors">
            <a:extLst xmlns:a="http://schemas.openxmlformats.org/drawingml/2006/main">
              <a:ext uri="{FF2B5EF4-FFF2-40B4-BE49-F238E27FC236}">
                <a16:creationId xmlns:a16="http://schemas.microsoft.com/office/drawing/2014/main" id="{0A6FED33-F1B2-4CC1-B29B-84B406C0D0C6}"/>
              </a:ext>
            </a:extLst>
          </p:cNvPr>
          <p:cNvSpPr>
            <a:spLocks xmlns:a="http://schemas.openxmlformats.org/drawingml/2006/main" noGrp="1"/>
          </p:cNvSpPr>
          <p:nvPr/>
        </p:nvSpPr>
        <p:spPr>
          <a:xfrm xmlns:a="http://schemas.openxmlformats.org/drawingml/2006/main">
            <a:off x="609600" y="50292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FFFFF"/>
                </a:solidFill>
                <a:latin typeface="Nimbus Sans"/>
                <a:ea typeface="Nimbus Sans"/>
                <a:cs typeface="Nimbus Sans"/>
              </a:defRPr>
            </a:defPPr>
            <a:lvl1pPr>
              <a:defRPr sz="2025" b="1">
                <a:solidFill>
                  <a:srgbClr val="FFFFFF"/>
                </a:solidFill>
                <a:latin typeface="Nimbus Sans"/>
                <a:ea typeface="Nimbus Sans"/>
                <a:cs typeface="Nimbus Sans"/>
              </a:defRPr>
            </a:lvl1pPr>
            <a:lvl2pPr>
              <a:defRPr sz="2025" b="1">
                <a:solidFill>
                  <a:srgbClr val="FFFFFF"/>
                </a:solidFill>
                <a:latin typeface="Nimbus Sans"/>
                <a:ea typeface="Nimbus Sans"/>
                <a:cs typeface="Nimbus Sans"/>
              </a:defRPr>
            </a:lvl2pPr>
            <a:lvl3pPr>
              <a:defRPr sz="2025" b="1">
                <a:solidFill>
                  <a:srgbClr val="FFFFFF"/>
                </a:solidFill>
                <a:latin typeface="Nimbus Sans"/>
                <a:ea typeface="Nimbus Sans"/>
                <a:cs typeface="Nimbus Sans"/>
              </a:defRPr>
            </a:lvl3pPr>
            <a:lvl4pPr>
              <a:defRPr sz="2025" b="1">
                <a:solidFill>
                  <a:srgbClr val="FFFFFF"/>
                </a:solidFill>
                <a:latin typeface="Nimbus Sans"/>
                <a:ea typeface="Nimbus Sans"/>
                <a:cs typeface="Nimbus Sans"/>
              </a:defRPr>
            </a:lvl4pPr>
            <a:lvl5pPr>
              <a:defRPr sz="2025" b="1">
                <a:solidFill>
                  <a:srgbClr val="FFFFFF"/>
                </a:solidFill>
                <a:latin typeface="Nimbus Sans"/>
                <a:ea typeface="Nimbus Sans"/>
                <a:cs typeface="Nimbus Sans"/>
              </a:defRPr>
            </a:lvl5pPr>
            <a:lvl6pPr>
              <a:defRPr sz="2025" b="1">
                <a:solidFill>
                  <a:srgbClr val="FFFFFF"/>
                </a:solidFill>
                <a:latin typeface="Nimbus Sans"/>
                <a:ea typeface="Nimbus Sans"/>
                <a:cs typeface="Nimbus Sans"/>
              </a:defRPr>
            </a:lvl6pPr>
            <a:lvl7pPr>
              <a:defRPr sz="2025" b="1">
                <a:solidFill>
                  <a:srgbClr val="FFFFFF"/>
                </a:solidFill>
                <a:latin typeface="Nimbus Sans"/>
                <a:ea typeface="Nimbus Sans"/>
                <a:cs typeface="Nimbus Sans"/>
              </a:defRPr>
            </a:lvl7pPr>
            <a:lvl8pPr>
              <a:defRPr sz="2025" b="1">
                <a:solidFill>
                  <a:srgbClr val="FFFFFF"/>
                </a:solidFill>
                <a:latin typeface="Nimbus Sans"/>
                <a:ea typeface="Nimbus Sans"/>
                <a:cs typeface="Nimbus Sans"/>
              </a:defRPr>
            </a:lvl8pPr>
            <a:lvl9pPr>
              <a:defRPr sz="2025" b="1">
                <a:solidFill>
                  <a:srgbClr val="FFFFFF"/>
                </a:solidFill>
                <a:latin typeface="Nimbus Sans"/>
                <a:ea typeface="Nimbus Sans"/>
                <a:cs typeface="Nimbus Sans"/>
              </a:defRPr>
            </a:lvl9pPr>
          </a:lstStyle>
          <a:p xmlns:a="http://schemas.openxmlformats.org/drawingml/2006/main">
            <a:pPr>
              <a:defRPr sz="2025" b="1">
                <a:solidFill>
                  <a:srgbClr val="FFFFFF"/>
                </a:solidFill>
                <a:latin typeface="Nimbus Sans"/>
                <a:ea typeface="Nimbus Sans"/>
                <a:cs typeface="Nimbus Sans"/>
              </a:defRPr>
            </a:pPr>
            <a:r>
              <a:rPr sz="2025" b="1">
                <a:solidFill>
                  <a:srgbClr val="FFFFFF"/>
                </a:solidFill>
                <a:latin typeface="Nimbus Sans"/>
                <a:ea typeface="Nimbus Sans"/>
                <a:cs typeface="Nimbus Sans"/>
              </a:rPr>
              <a:t>David Xu, PhD    Peter Lee, PhD, MD    Zhimin Zheng, PhD</a:t>
            </a:r>
          </a:p>
        </p:txBody>
      </p:sp>
      <p:sp>
        <p:nvSpPr>
          <p:cNvPr id="5" name="date">
            <a:extLst xmlns:a="http://schemas.openxmlformats.org/drawingml/2006/main">
              <a:ext uri="{FF2B5EF4-FFF2-40B4-BE49-F238E27FC236}">
                <a16:creationId xmlns:a16="http://schemas.microsoft.com/office/drawing/2014/main" id="{7C57951B-0661-47E9-9C41-C69A0E1573EB}"/>
              </a:ext>
            </a:extLst>
          </p:cNvPr>
          <p:cNvSpPr>
            <a:spLocks xmlns:a="http://schemas.openxmlformats.org/drawingml/2006/main" noGrp="1"/>
          </p:cNvSpPr>
          <p:nvPr/>
        </p:nvSpPr>
        <p:spPr>
          <a:xfrm xmlns:a="http://schemas.openxmlformats.org/drawingml/2006/main">
            <a:off x="609600" y="6115050"/>
            <a:ext cx="1095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BCD2DE"/>
                </a:solidFill>
                <a:latin typeface="Nimbus Sans"/>
                <a:ea typeface="Nimbus Sans"/>
                <a:cs typeface="Nimbus Sans"/>
              </a:defRPr>
            </a:defPPr>
            <a:lvl1pPr>
              <a:defRPr sz="1500" b="0">
                <a:solidFill>
                  <a:srgbClr val="BCD2DE"/>
                </a:solidFill>
                <a:latin typeface="Nimbus Sans"/>
                <a:ea typeface="Nimbus Sans"/>
                <a:cs typeface="Nimbus Sans"/>
              </a:defRPr>
            </a:lvl1pPr>
            <a:lvl2pPr>
              <a:defRPr sz="1500" b="0">
                <a:solidFill>
                  <a:srgbClr val="BCD2DE"/>
                </a:solidFill>
                <a:latin typeface="Nimbus Sans"/>
                <a:ea typeface="Nimbus Sans"/>
                <a:cs typeface="Nimbus Sans"/>
              </a:defRPr>
            </a:lvl2pPr>
            <a:lvl3pPr>
              <a:defRPr sz="1500" b="0">
                <a:solidFill>
                  <a:srgbClr val="BCD2DE"/>
                </a:solidFill>
                <a:latin typeface="Nimbus Sans"/>
                <a:ea typeface="Nimbus Sans"/>
                <a:cs typeface="Nimbus Sans"/>
              </a:defRPr>
            </a:lvl3pPr>
            <a:lvl4pPr>
              <a:defRPr sz="1500" b="0">
                <a:solidFill>
                  <a:srgbClr val="BCD2DE"/>
                </a:solidFill>
                <a:latin typeface="Nimbus Sans"/>
                <a:ea typeface="Nimbus Sans"/>
                <a:cs typeface="Nimbus Sans"/>
              </a:defRPr>
            </a:lvl4pPr>
            <a:lvl5pPr>
              <a:defRPr sz="1500" b="0">
                <a:solidFill>
                  <a:srgbClr val="BCD2DE"/>
                </a:solidFill>
                <a:latin typeface="Nimbus Sans"/>
                <a:ea typeface="Nimbus Sans"/>
                <a:cs typeface="Nimbus Sans"/>
              </a:defRPr>
            </a:lvl5pPr>
            <a:lvl6pPr>
              <a:defRPr sz="1500" b="0">
                <a:solidFill>
                  <a:srgbClr val="BCD2DE"/>
                </a:solidFill>
                <a:latin typeface="Nimbus Sans"/>
                <a:ea typeface="Nimbus Sans"/>
                <a:cs typeface="Nimbus Sans"/>
              </a:defRPr>
            </a:lvl6pPr>
            <a:lvl7pPr>
              <a:defRPr sz="1500" b="0">
                <a:solidFill>
                  <a:srgbClr val="BCD2DE"/>
                </a:solidFill>
                <a:latin typeface="Nimbus Sans"/>
                <a:ea typeface="Nimbus Sans"/>
                <a:cs typeface="Nimbus Sans"/>
              </a:defRPr>
            </a:lvl7pPr>
            <a:lvl8pPr>
              <a:defRPr sz="1500" b="0">
                <a:solidFill>
                  <a:srgbClr val="BCD2DE"/>
                </a:solidFill>
                <a:latin typeface="Nimbus Sans"/>
                <a:ea typeface="Nimbus Sans"/>
                <a:cs typeface="Nimbus Sans"/>
              </a:defRPr>
            </a:lvl8pPr>
            <a:lvl9pPr>
              <a:defRPr sz="1500" b="0">
                <a:solidFill>
                  <a:srgbClr val="BCD2DE"/>
                </a:solidFill>
                <a:latin typeface="Nimbus Sans"/>
                <a:ea typeface="Nimbus Sans"/>
                <a:cs typeface="Nimbus Sans"/>
              </a:defRPr>
            </a:lvl9pPr>
          </a:lstStyle>
          <a:p xmlns:a="http://schemas.openxmlformats.org/drawingml/2006/main">
            <a:pPr>
              <a:defRPr sz="1500" b="0">
                <a:solidFill>
                  <a:srgbClr val="BCD2DE"/>
                </a:solidFill>
                <a:latin typeface="Nimbus Sans"/>
                <a:ea typeface="Nimbus Sans"/>
                <a:cs typeface="Nimbus Sans"/>
              </a:defRPr>
            </a:pPr>
            <a:r>
              <a:rPr sz="1500" b="0">
                <a:solidFill>
                  <a:srgbClr val="BCD2DE"/>
                </a:solidFill>
                <a:latin typeface="Nimbus Sans"/>
                <a:ea typeface="Nimbus Sans"/>
                <a:cs typeface="Nimbus Sans"/>
              </a:rPr>
              <a:t>Nonconfidential investor discussion   21 October 2026</a:t>
            </a:r>
          </a:p>
        </p:txBody>
      </p:sp>
    </p:spTree>
    <p:extLst>
      <p:ext uri="{BB962C8B-B14F-4D97-AF65-F5344CB8AC3E}">
        <p14:creationId xmlns:p14="http://schemas.microsoft.com/office/powerpoint/2010/main" val="1036607280"/>
      </p:ext>
    </p:extLst>
  </p:cSld>
</p:sld>
</file>

<file path=ppt/slides/slide2.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13" name="title">
            <a:extLst xmlns:a="http://schemas.openxmlformats.org/drawingml/2006/main">
              <a:ext uri="{FF2B5EF4-FFF2-40B4-BE49-F238E27FC236}">
                <a16:creationId xmlns:a16="http://schemas.microsoft.com/office/drawing/2014/main" id="{A3EB6B83-B235-4C11-B568-3BC559108EB1}"/>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12C40"/>
                </a:solidFill>
                <a:latin typeface="Nimbus Sans"/>
                <a:ea typeface="Nimbus Sans"/>
                <a:cs typeface="Nimbus Sans"/>
              </a:defRPr>
            </a:defPPr>
            <a:lvl1pPr>
              <a:defRPr sz="3225" b="1">
                <a:solidFill>
                  <a:srgbClr val="112C40"/>
                </a:solidFill>
                <a:latin typeface="Nimbus Sans"/>
                <a:ea typeface="Nimbus Sans"/>
                <a:cs typeface="Nimbus Sans"/>
              </a:defRPr>
            </a:lvl1pPr>
            <a:lvl2pPr>
              <a:defRPr sz="3225" b="1">
                <a:solidFill>
                  <a:srgbClr val="112C40"/>
                </a:solidFill>
                <a:latin typeface="Nimbus Sans"/>
                <a:ea typeface="Nimbus Sans"/>
                <a:cs typeface="Nimbus Sans"/>
              </a:defRPr>
            </a:lvl2pPr>
            <a:lvl3pPr>
              <a:defRPr sz="3225" b="1">
                <a:solidFill>
                  <a:srgbClr val="112C40"/>
                </a:solidFill>
                <a:latin typeface="Nimbus Sans"/>
                <a:ea typeface="Nimbus Sans"/>
                <a:cs typeface="Nimbus Sans"/>
              </a:defRPr>
            </a:lvl3pPr>
            <a:lvl4pPr>
              <a:defRPr sz="3225" b="1">
                <a:solidFill>
                  <a:srgbClr val="112C40"/>
                </a:solidFill>
                <a:latin typeface="Nimbus Sans"/>
                <a:ea typeface="Nimbus Sans"/>
                <a:cs typeface="Nimbus Sans"/>
              </a:defRPr>
            </a:lvl4pPr>
            <a:lvl5pPr>
              <a:defRPr sz="3225" b="1">
                <a:solidFill>
                  <a:srgbClr val="112C40"/>
                </a:solidFill>
                <a:latin typeface="Nimbus Sans"/>
                <a:ea typeface="Nimbus Sans"/>
                <a:cs typeface="Nimbus Sans"/>
              </a:defRPr>
            </a:lvl5pPr>
            <a:lvl6pPr>
              <a:defRPr sz="3225" b="1">
                <a:solidFill>
                  <a:srgbClr val="112C40"/>
                </a:solidFill>
                <a:latin typeface="Nimbus Sans"/>
                <a:ea typeface="Nimbus Sans"/>
                <a:cs typeface="Nimbus Sans"/>
              </a:defRPr>
            </a:lvl6pPr>
            <a:lvl7pPr>
              <a:defRPr sz="3225" b="1">
                <a:solidFill>
                  <a:srgbClr val="112C40"/>
                </a:solidFill>
                <a:latin typeface="Nimbus Sans"/>
                <a:ea typeface="Nimbus Sans"/>
                <a:cs typeface="Nimbus Sans"/>
              </a:defRPr>
            </a:lvl7pPr>
            <a:lvl8pPr>
              <a:defRPr sz="3225" b="1">
                <a:solidFill>
                  <a:srgbClr val="112C40"/>
                </a:solidFill>
                <a:latin typeface="Nimbus Sans"/>
                <a:ea typeface="Nimbus Sans"/>
                <a:cs typeface="Nimbus Sans"/>
              </a:defRPr>
            </a:lvl8pPr>
            <a:lvl9pPr>
              <a:defRPr sz="3225" b="1">
                <a:solidFill>
                  <a:srgbClr val="112C40"/>
                </a:solidFill>
                <a:latin typeface="Nimbus Sans"/>
                <a:ea typeface="Nimbus Sans"/>
                <a:cs typeface="Nimbus Sans"/>
              </a:defRPr>
            </a:lvl9pPr>
          </a:lstStyle>
          <a:p xmlns:a="http://schemas.openxmlformats.org/drawingml/2006/main">
            <a:pPr>
              <a:defRPr sz="3225" b="1">
                <a:solidFill>
                  <a:srgbClr val="112C40"/>
                </a:solidFill>
                <a:latin typeface="Nimbus Sans"/>
                <a:ea typeface="Nimbus Sans"/>
                <a:cs typeface="Nimbus Sans"/>
              </a:defRPr>
            </a:pPr>
            <a:r>
              <a:rPr sz="3225" b="1">
                <a:solidFill>
                  <a:srgbClr val="112C40"/>
                </a:solidFill>
                <a:latin typeface="Nimbus Sans"/>
                <a:ea typeface="Nimbus Sans"/>
                <a:cs typeface="Nimbus Sans"/>
              </a:rPr>
              <a:t>A defined first asset in human skin</a:t>
            </a:r>
          </a:p>
        </p:txBody>
      </p:sp>
      <p:sp>
        <p:nvSpPr>
          <p:cNvPr id="2" name="rule">
            <a:extLst xmlns:a="http://schemas.openxmlformats.org/drawingml/2006/main">
              <a:ext uri="{FF2B5EF4-FFF2-40B4-BE49-F238E27FC236}">
                <a16:creationId xmlns:a16="http://schemas.microsoft.com/office/drawing/2014/main" id="{3D5B4C43-428A-4EE6-8926-4D4E7D15380E}"/>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87E8B"/>
          </a:solidFill>
          <a:ln xmlns:a="http://schemas.openxmlformats.org/drawingml/2006/main" w="0">
            <a:noFill/>
            <a:prstDash val="solid"/>
          </a:ln>
        </p:spPr>
      </p:sp>
      <p:sp>
        <p:nvSpPr>
          <p:cNvPr id="3" name="footer">
            <a:extLst xmlns:a="http://schemas.openxmlformats.org/drawingml/2006/main">
              <a:ext uri="{FF2B5EF4-FFF2-40B4-BE49-F238E27FC236}">
                <a16:creationId xmlns:a16="http://schemas.microsoft.com/office/drawing/2014/main" id="{1D1BF700-D857-43F5-9AC4-D0A3DD32A0EA}"/>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486171"/>
                </a:solidFill>
                <a:latin typeface="Nimbus Sans"/>
                <a:ea typeface="Nimbus Sans"/>
                <a:cs typeface="Nimbus Sans"/>
              </a:defRPr>
            </a:defPPr>
            <a:lvl1pPr>
              <a:defRPr sz="1125" b="0">
                <a:solidFill>
                  <a:srgbClr val="486171"/>
                </a:solidFill>
                <a:latin typeface="Nimbus Sans"/>
                <a:ea typeface="Nimbus Sans"/>
                <a:cs typeface="Nimbus Sans"/>
              </a:defRPr>
            </a:lvl1pPr>
            <a:lvl2pPr>
              <a:defRPr sz="1125" b="0">
                <a:solidFill>
                  <a:srgbClr val="486171"/>
                </a:solidFill>
                <a:latin typeface="Nimbus Sans"/>
                <a:ea typeface="Nimbus Sans"/>
                <a:cs typeface="Nimbus Sans"/>
              </a:defRPr>
            </a:lvl2pPr>
            <a:lvl3pPr>
              <a:defRPr sz="1125" b="0">
                <a:solidFill>
                  <a:srgbClr val="486171"/>
                </a:solidFill>
                <a:latin typeface="Nimbus Sans"/>
                <a:ea typeface="Nimbus Sans"/>
                <a:cs typeface="Nimbus Sans"/>
              </a:defRPr>
            </a:lvl3pPr>
            <a:lvl4pPr>
              <a:defRPr sz="1125" b="0">
                <a:solidFill>
                  <a:srgbClr val="486171"/>
                </a:solidFill>
                <a:latin typeface="Nimbus Sans"/>
                <a:ea typeface="Nimbus Sans"/>
                <a:cs typeface="Nimbus Sans"/>
              </a:defRPr>
            </a:lvl4pPr>
            <a:lvl5pPr>
              <a:defRPr sz="1125" b="0">
                <a:solidFill>
                  <a:srgbClr val="486171"/>
                </a:solidFill>
                <a:latin typeface="Nimbus Sans"/>
                <a:ea typeface="Nimbus Sans"/>
                <a:cs typeface="Nimbus Sans"/>
              </a:defRPr>
            </a:lvl5pPr>
            <a:lvl6pPr>
              <a:defRPr sz="1125" b="0">
                <a:solidFill>
                  <a:srgbClr val="486171"/>
                </a:solidFill>
                <a:latin typeface="Nimbus Sans"/>
                <a:ea typeface="Nimbus Sans"/>
                <a:cs typeface="Nimbus Sans"/>
              </a:defRPr>
            </a:lvl6pPr>
            <a:lvl7pPr>
              <a:defRPr sz="1125" b="0">
                <a:solidFill>
                  <a:srgbClr val="486171"/>
                </a:solidFill>
                <a:latin typeface="Nimbus Sans"/>
                <a:ea typeface="Nimbus Sans"/>
                <a:cs typeface="Nimbus Sans"/>
              </a:defRPr>
            </a:lvl7pPr>
            <a:lvl8pPr>
              <a:defRPr sz="1125" b="0">
                <a:solidFill>
                  <a:srgbClr val="486171"/>
                </a:solidFill>
                <a:latin typeface="Nimbus Sans"/>
                <a:ea typeface="Nimbus Sans"/>
                <a:cs typeface="Nimbus Sans"/>
              </a:defRPr>
            </a:lvl8pPr>
            <a:lvl9pPr>
              <a:defRPr sz="1125" b="0">
                <a:solidFill>
                  <a:srgbClr val="486171"/>
                </a:solidFill>
                <a:latin typeface="Nimbus Sans"/>
                <a:ea typeface="Nimbus Sans"/>
                <a:cs typeface="Nimbus Sans"/>
              </a:defRPr>
            </a:lvl9pPr>
          </a:lstStyle>
          <a:p xmlns:a="http://schemas.openxmlformats.org/drawingml/2006/main">
            <a:pPr>
              <a:defRPr sz="1125" b="0">
                <a:solidFill>
                  <a:srgbClr val="486171"/>
                </a:solidFill>
                <a:latin typeface="Nimbus Sans"/>
                <a:ea typeface="Nimbus Sans"/>
                <a:cs typeface="Nimbus Sans"/>
              </a:defRPr>
            </a:pPr>
            <a:r>
              <a:rPr sz="1125" b="0">
                <a:solidFill>
                  <a:srgbClr val="486171"/>
                </a:solidFill>
                <a:latin typeface="Nimbus Sans"/>
                <a:ea typeface="Nimbus Sans"/>
                <a:cs typeface="Nimbus Sans"/>
              </a:rPr>
              <a:t>White paper pp. 1–3, 10, 16–17</a:t>
            </a:r>
          </a:p>
        </p:txBody>
      </p:sp>
      <p:sp>
        <p:nvSpPr>
          <p:cNvPr id="4" name="page">
            <a:extLst xmlns:a="http://schemas.openxmlformats.org/drawingml/2006/main">
              <a:ext uri="{FF2B5EF4-FFF2-40B4-BE49-F238E27FC236}">
                <a16:creationId xmlns:a16="http://schemas.microsoft.com/office/drawing/2014/main" id="{25E1A72F-4D12-4CD7-A2EB-55039FDB96B8}"/>
              </a:ext>
            </a:extLst>
          </p:cNvPr>
          <p:cNvSpPr>
            <a:spLocks xmlns:a="http://schemas.openxmlformats.org/drawingml/2006/main" noGrp="1"/>
          </p:cNvSpPr>
          <p:nvPr/>
        </p:nvSpPr>
        <p:spPr>
          <a:xfrm xmlns:a="http://schemas.openxmlformats.org/drawingml/2006/main">
            <a:off x="11172825" y="6429375"/>
            <a:ext cx="4095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486171"/>
                </a:solidFill>
                <a:latin typeface="Nimbus Sans"/>
                <a:ea typeface="Nimbus Sans"/>
                <a:cs typeface="Nimbus Sans"/>
              </a:defRPr>
            </a:defPPr>
            <a:lvl1pPr>
              <a:defRPr sz="1125" b="0">
                <a:solidFill>
                  <a:srgbClr val="486171"/>
                </a:solidFill>
                <a:latin typeface="Nimbus Sans"/>
                <a:ea typeface="Nimbus Sans"/>
                <a:cs typeface="Nimbus Sans"/>
              </a:defRPr>
            </a:lvl1pPr>
            <a:lvl2pPr>
              <a:defRPr sz="1125" b="0">
                <a:solidFill>
                  <a:srgbClr val="486171"/>
                </a:solidFill>
                <a:latin typeface="Nimbus Sans"/>
                <a:ea typeface="Nimbus Sans"/>
                <a:cs typeface="Nimbus Sans"/>
              </a:defRPr>
            </a:lvl2pPr>
            <a:lvl3pPr>
              <a:defRPr sz="1125" b="0">
                <a:solidFill>
                  <a:srgbClr val="486171"/>
                </a:solidFill>
                <a:latin typeface="Nimbus Sans"/>
                <a:ea typeface="Nimbus Sans"/>
                <a:cs typeface="Nimbus Sans"/>
              </a:defRPr>
            </a:lvl3pPr>
            <a:lvl4pPr>
              <a:defRPr sz="1125" b="0">
                <a:solidFill>
                  <a:srgbClr val="486171"/>
                </a:solidFill>
                <a:latin typeface="Nimbus Sans"/>
                <a:ea typeface="Nimbus Sans"/>
                <a:cs typeface="Nimbus Sans"/>
              </a:defRPr>
            </a:lvl4pPr>
            <a:lvl5pPr>
              <a:defRPr sz="1125" b="0">
                <a:solidFill>
                  <a:srgbClr val="486171"/>
                </a:solidFill>
                <a:latin typeface="Nimbus Sans"/>
                <a:ea typeface="Nimbus Sans"/>
                <a:cs typeface="Nimbus Sans"/>
              </a:defRPr>
            </a:lvl5pPr>
            <a:lvl6pPr>
              <a:defRPr sz="1125" b="0">
                <a:solidFill>
                  <a:srgbClr val="486171"/>
                </a:solidFill>
                <a:latin typeface="Nimbus Sans"/>
                <a:ea typeface="Nimbus Sans"/>
                <a:cs typeface="Nimbus Sans"/>
              </a:defRPr>
            </a:lvl6pPr>
            <a:lvl7pPr>
              <a:defRPr sz="1125" b="0">
                <a:solidFill>
                  <a:srgbClr val="486171"/>
                </a:solidFill>
                <a:latin typeface="Nimbus Sans"/>
                <a:ea typeface="Nimbus Sans"/>
                <a:cs typeface="Nimbus Sans"/>
              </a:defRPr>
            </a:lvl7pPr>
            <a:lvl8pPr>
              <a:defRPr sz="1125" b="0">
                <a:solidFill>
                  <a:srgbClr val="486171"/>
                </a:solidFill>
                <a:latin typeface="Nimbus Sans"/>
                <a:ea typeface="Nimbus Sans"/>
                <a:cs typeface="Nimbus Sans"/>
              </a:defRPr>
            </a:lvl8pPr>
            <a:lvl9pPr>
              <a:defRPr sz="1125" b="0">
                <a:solidFill>
                  <a:srgbClr val="486171"/>
                </a:solidFill>
                <a:latin typeface="Nimbus Sans"/>
                <a:ea typeface="Nimbus Sans"/>
                <a:cs typeface="Nimbus Sans"/>
              </a:defRPr>
            </a:lvl9pPr>
          </a:lstStyle>
          <a:p xmlns:a="http://schemas.openxmlformats.org/drawingml/2006/main">
            <a:pPr>
              <a:defRPr sz="1125" b="0">
                <a:solidFill>
                  <a:srgbClr val="486171"/>
                </a:solidFill>
                <a:latin typeface="Nimbus Sans"/>
                <a:ea typeface="Nimbus Sans"/>
                <a:cs typeface="Nimbus Sans"/>
              </a:defRPr>
            </a:pPr>
            <a:r>
              <a:rPr sz="1125" b="0">
                <a:solidFill>
                  <a:srgbClr val="486171"/>
                </a:solidFill>
                <a:latin typeface="Nimbus Sans"/>
                <a:ea typeface="Nimbus Sans"/>
                <a:cs typeface="Nimbus Sans"/>
              </a:rPr>
              <a:t>2</a:t>
            </a:r>
          </a:p>
        </p:txBody>
      </p:sp>
      <p:sp>
        <p:nvSpPr>
          <p:cNvPr id="5" name="row-0-label">
            <a:extLst xmlns:a="http://schemas.openxmlformats.org/drawingml/2006/main">
              <a:ext uri="{FF2B5EF4-FFF2-40B4-BE49-F238E27FC236}">
                <a16:creationId xmlns:a16="http://schemas.microsoft.com/office/drawing/2014/main" id="{9375F61E-24B5-45D9-9978-F5BD9831247E}"/>
              </a:ext>
            </a:extLst>
          </p:cNvPr>
          <p:cNvSpPr>
            <a:spLocks xmlns:a="http://schemas.openxmlformats.org/drawingml/2006/main" noGrp="1"/>
          </p:cNvSpPr>
          <p:nvPr/>
        </p:nvSpPr>
        <p:spPr>
          <a:xfrm xmlns:a="http://schemas.openxmlformats.org/drawingml/2006/main">
            <a:off x="609600" y="1771650"/>
            <a:ext cx="2857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087E8B"/>
                </a:solidFill>
                <a:latin typeface="Nimbus Sans"/>
                <a:ea typeface="Nimbus Sans"/>
                <a:cs typeface="Nimbus Sans"/>
              </a:defRPr>
            </a:defPPr>
            <a:lvl1pPr>
              <a:defRPr sz="2025" b="1">
                <a:solidFill>
                  <a:srgbClr val="087E8B"/>
                </a:solidFill>
                <a:latin typeface="Nimbus Sans"/>
                <a:ea typeface="Nimbus Sans"/>
                <a:cs typeface="Nimbus Sans"/>
              </a:defRPr>
            </a:lvl1pPr>
            <a:lvl2pPr>
              <a:defRPr sz="2025" b="1">
                <a:solidFill>
                  <a:srgbClr val="087E8B"/>
                </a:solidFill>
                <a:latin typeface="Nimbus Sans"/>
                <a:ea typeface="Nimbus Sans"/>
                <a:cs typeface="Nimbus Sans"/>
              </a:defRPr>
            </a:lvl2pPr>
            <a:lvl3pPr>
              <a:defRPr sz="2025" b="1">
                <a:solidFill>
                  <a:srgbClr val="087E8B"/>
                </a:solidFill>
                <a:latin typeface="Nimbus Sans"/>
                <a:ea typeface="Nimbus Sans"/>
                <a:cs typeface="Nimbus Sans"/>
              </a:defRPr>
            </a:lvl3pPr>
            <a:lvl4pPr>
              <a:defRPr sz="2025" b="1">
                <a:solidFill>
                  <a:srgbClr val="087E8B"/>
                </a:solidFill>
                <a:latin typeface="Nimbus Sans"/>
                <a:ea typeface="Nimbus Sans"/>
                <a:cs typeface="Nimbus Sans"/>
              </a:defRPr>
            </a:lvl4pPr>
            <a:lvl5pPr>
              <a:defRPr sz="2025" b="1">
                <a:solidFill>
                  <a:srgbClr val="087E8B"/>
                </a:solidFill>
                <a:latin typeface="Nimbus Sans"/>
                <a:ea typeface="Nimbus Sans"/>
                <a:cs typeface="Nimbus Sans"/>
              </a:defRPr>
            </a:lvl5pPr>
            <a:lvl6pPr>
              <a:defRPr sz="2025" b="1">
                <a:solidFill>
                  <a:srgbClr val="087E8B"/>
                </a:solidFill>
                <a:latin typeface="Nimbus Sans"/>
                <a:ea typeface="Nimbus Sans"/>
                <a:cs typeface="Nimbus Sans"/>
              </a:defRPr>
            </a:lvl6pPr>
            <a:lvl7pPr>
              <a:defRPr sz="2025" b="1">
                <a:solidFill>
                  <a:srgbClr val="087E8B"/>
                </a:solidFill>
                <a:latin typeface="Nimbus Sans"/>
                <a:ea typeface="Nimbus Sans"/>
                <a:cs typeface="Nimbus Sans"/>
              </a:defRPr>
            </a:lvl7pPr>
            <a:lvl8pPr>
              <a:defRPr sz="2025" b="1">
                <a:solidFill>
                  <a:srgbClr val="087E8B"/>
                </a:solidFill>
                <a:latin typeface="Nimbus Sans"/>
                <a:ea typeface="Nimbus Sans"/>
                <a:cs typeface="Nimbus Sans"/>
              </a:defRPr>
            </a:lvl8pPr>
            <a:lvl9pPr>
              <a:defRPr sz="2025" b="1">
                <a:solidFill>
                  <a:srgbClr val="087E8B"/>
                </a:solidFill>
                <a:latin typeface="Nimbus Sans"/>
                <a:ea typeface="Nimbus Sans"/>
                <a:cs typeface="Nimbus Sans"/>
              </a:defRPr>
            </a:lvl9pPr>
          </a:lstStyle>
          <a:p xmlns:a="http://schemas.openxmlformats.org/drawingml/2006/main">
            <a:pPr>
              <a:defRPr sz="2025" b="1">
                <a:solidFill>
                  <a:srgbClr val="087E8B"/>
                </a:solidFill>
                <a:latin typeface="Nimbus Sans"/>
                <a:ea typeface="Nimbus Sans"/>
                <a:cs typeface="Nimbus Sans"/>
              </a:defRPr>
            </a:pPr>
            <a:r>
              <a:rPr sz="2025" b="1">
                <a:solidFill>
                  <a:srgbClr val="087E8B"/>
                </a:solidFill>
                <a:latin typeface="Nimbus Sans"/>
                <a:ea typeface="Nimbus Sans"/>
                <a:cs typeface="Nimbus Sans"/>
              </a:rPr>
              <a:t>Initial biological system</a:t>
            </a:r>
          </a:p>
        </p:txBody>
      </p:sp>
      <p:sp>
        <p:nvSpPr>
          <p:cNvPr id="6" name="row-0-body">
            <a:extLst xmlns:a="http://schemas.openxmlformats.org/drawingml/2006/main">
              <a:ext uri="{FF2B5EF4-FFF2-40B4-BE49-F238E27FC236}">
                <a16:creationId xmlns:a16="http://schemas.microsoft.com/office/drawing/2014/main" id="{8C320D7F-F1DA-4953-95AB-435342031807}"/>
              </a:ext>
            </a:extLst>
          </p:cNvPr>
          <p:cNvSpPr>
            <a:spLocks xmlns:a="http://schemas.openxmlformats.org/drawingml/2006/main" noGrp="1"/>
          </p:cNvSpPr>
          <p:nvPr/>
        </p:nvSpPr>
        <p:spPr>
          <a:xfrm xmlns:a="http://schemas.openxmlformats.org/drawingml/2006/main">
            <a:off x="3752850" y="1771650"/>
            <a:ext cx="77914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12C40"/>
                </a:solidFill>
                <a:latin typeface="Nimbus Sans"/>
                <a:ea typeface="Nimbus Sans"/>
                <a:cs typeface="Nimbus Sans"/>
              </a:defRPr>
            </a:defPPr>
            <a:lvl1pPr>
              <a:defRPr sz="1950" b="0">
                <a:solidFill>
                  <a:srgbClr val="112C40"/>
                </a:solidFill>
                <a:latin typeface="Nimbus Sans"/>
                <a:ea typeface="Nimbus Sans"/>
                <a:cs typeface="Nimbus Sans"/>
              </a:defRPr>
            </a:lvl1pPr>
            <a:lvl2pPr>
              <a:defRPr sz="1950" b="0">
                <a:solidFill>
                  <a:srgbClr val="112C40"/>
                </a:solidFill>
                <a:latin typeface="Nimbus Sans"/>
                <a:ea typeface="Nimbus Sans"/>
                <a:cs typeface="Nimbus Sans"/>
              </a:defRPr>
            </a:lvl2pPr>
            <a:lvl3pPr>
              <a:defRPr sz="1950" b="0">
                <a:solidFill>
                  <a:srgbClr val="112C40"/>
                </a:solidFill>
                <a:latin typeface="Nimbus Sans"/>
                <a:ea typeface="Nimbus Sans"/>
                <a:cs typeface="Nimbus Sans"/>
              </a:defRPr>
            </a:lvl3pPr>
            <a:lvl4pPr>
              <a:defRPr sz="1950" b="0">
                <a:solidFill>
                  <a:srgbClr val="112C40"/>
                </a:solidFill>
                <a:latin typeface="Nimbus Sans"/>
                <a:ea typeface="Nimbus Sans"/>
                <a:cs typeface="Nimbus Sans"/>
              </a:defRPr>
            </a:lvl4pPr>
            <a:lvl5pPr>
              <a:defRPr sz="1950" b="0">
                <a:solidFill>
                  <a:srgbClr val="112C40"/>
                </a:solidFill>
                <a:latin typeface="Nimbus Sans"/>
                <a:ea typeface="Nimbus Sans"/>
                <a:cs typeface="Nimbus Sans"/>
              </a:defRPr>
            </a:lvl5pPr>
            <a:lvl6pPr>
              <a:defRPr sz="1950" b="0">
                <a:solidFill>
                  <a:srgbClr val="112C40"/>
                </a:solidFill>
                <a:latin typeface="Nimbus Sans"/>
                <a:ea typeface="Nimbus Sans"/>
                <a:cs typeface="Nimbus Sans"/>
              </a:defRPr>
            </a:lvl6pPr>
            <a:lvl7pPr>
              <a:defRPr sz="1950" b="0">
                <a:solidFill>
                  <a:srgbClr val="112C40"/>
                </a:solidFill>
                <a:latin typeface="Nimbus Sans"/>
                <a:ea typeface="Nimbus Sans"/>
                <a:cs typeface="Nimbus Sans"/>
              </a:defRPr>
            </a:lvl7pPr>
            <a:lvl8pPr>
              <a:defRPr sz="1950" b="0">
                <a:solidFill>
                  <a:srgbClr val="112C40"/>
                </a:solidFill>
                <a:latin typeface="Nimbus Sans"/>
                <a:ea typeface="Nimbus Sans"/>
                <a:cs typeface="Nimbus Sans"/>
              </a:defRPr>
            </a:lvl8pPr>
            <a:lvl9pPr>
              <a:defRPr sz="1950" b="0">
                <a:solidFill>
                  <a:srgbClr val="112C40"/>
                </a:solidFill>
                <a:latin typeface="Nimbus Sans"/>
                <a:ea typeface="Nimbus Sans"/>
                <a:cs typeface="Nimbus Sans"/>
              </a:defRPr>
            </a:lvl9pPr>
          </a:lstStyle>
          <a:p xmlns:a="http://schemas.openxmlformats.org/drawingml/2006/main">
            <a:pPr>
              <a:defRPr sz="1950" b="0">
                <a:solidFill>
                  <a:srgbClr val="112C40"/>
                </a:solidFill>
                <a:latin typeface="Nimbus Sans"/>
                <a:ea typeface="Nimbus Sans"/>
                <a:cs typeface="Nimbus Sans"/>
              </a:defRPr>
            </a:pPr>
            <a:r>
              <a:rPr sz="1950" b="0">
                <a:solidFill>
                  <a:srgbClr val="112C40"/>
                </a:solidFill>
                <a:latin typeface="Nimbus Sans"/>
                <a:ea typeface="Nimbus Sans"/>
                <a:cs typeface="Nimbus Sans"/>
              </a:rPr>
              <a:t>Aged human skin cells and reconstructed skin. Tissue repair is a provisional therapeutic direction.</a:t>
            </a:r>
          </a:p>
        </p:txBody>
      </p:sp>
      <p:sp>
        <p:nvSpPr>
          <p:cNvPr id="7" name="row-1-label">
            <a:extLst xmlns:a="http://schemas.openxmlformats.org/drawingml/2006/main">
              <a:ext uri="{FF2B5EF4-FFF2-40B4-BE49-F238E27FC236}">
                <a16:creationId xmlns:a16="http://schemas.microsoft.com/office/drawing/2014/main" id="{46813E74-9CC8-4DA4-932D-E4B291112B99}"/>
              </a:ext>
            </a:extLst>
          </p:cNvPr>
          <p:cNvSpPr>
            <a:spLocks xmlns:a="http://schemas.openxmlformats.org/drawingml/2006/main" noGrp="1"/>
          </p:cNvSpPr>
          <p:nvPr/>
        </p:nvSpPr>
        <p:spPr>
          <a:xfrm xmlns:a="http://schemas.openxmlformats.org/drawingml/2006/main">
            <a:off x="609600" y="2771775"/>
            <a:ext cx="2857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087E8B"/>
                </a:solidFill>
                <a:latin typeface="Nimbus Sans"/>
                <a:ea typeface="Nimbus Sans"/>
                <a:cs typeface="Nimbus Sans"/>
              </a:defRPr>
            </a:defPPr>
            <a:lvl1pPr>
              <a:defRPr sz="2025" b="1">
                <a:solidFill>
                  <a:srgbClr val="087E8B"/>
                </a:solidFill>
                <a:latin typeface="Nimbus Sans"/>
                <a:ea typeface="Nimbus Sans"/>
                <a:cs typeface="Nimbus Sans"/>
              </a:defRPr>
            </a:lvl1pPr>
            <a:lvl2pPr>
              <a:defRPr sz="2025" b="1">
                <a:solidFill>
                  <a:srgbClr val="087E8B"/>
                </a:solidFill>
                <a:latin typeface="Nimbus Sans"/>
                <a:ea typeface="Nimbus Sans"/>
                <a:cs typeface="Nimbus Sans"/>
              </a:defRPr>
            </a:lvl2pPr>
            <a:lvl3pPr>
              <a:defRPr sz="2025" b="1">
                <a:solidFill>
                  <a:srgbClr val="087E8B"/>
                </a:solidFill>
                <a:latin typeface="Nimbus Sans"/>
                <a:ea typeface="Nimbus Sans"/>
                <a:cs typeface="Nimbus Sans"/>
              </a:defRPr>
            </a:lvl3pPr>
            <a:lvl4pPr>
              <a:defRPr sz="2025" b="1">
                <a:solidFill>
                  <a:srgbClr val="087E8B"/>
                </a:solidFill>
                <a:latin typeface="Nimbus Sans"/>
                <a:ea typeface="Nimbus Sans"/>
                <a:cs typeface="Nimbus Sans"/>
              </a:defRPr>
            </a:lvl4pPr>
            <a:lvl5pPr>
              <a:defRPr sz="2025" b="1">
                <a:solidFill>
                  <a:srgbClr val="087E8B"/>
                </a:solidFill>
                <a:latin typeface="Nimbus Sans"/>
                <a:ea typeface="Nimbus Sans"/>
                <a:cs typeface="Nimbus Sans"/>
              </a:defRPr>
            </a:lvl5pPr>
            <a:lvl6pPr>
              <a:defRPr sz="2025" b="1">
                <a:solidFill>
                  <a:srgbClr val="087E8B"/>
                </a:solidFill>
                <a:latin typeface="Nimbus Sans"/>
                <a:ea typeface="Nimbus Sans"/>
                <a:cs typeface="Nimbus Sans"/>
              </a:defRPr>
            </a:lvl6pPr>
            <a:lvl7pPr>
              <a:defRPr sz="2025" b="1">
                <a:solidFill>
                  <a:srgbClr val="087E8B"/>
                </a:solidFill>
                <a:latin typeface="Nimbus Sans"/>
                <a:ea typeface="Nimbus Sans"/>
                <a:cs typeface="Nimbus Sans"/>
              </a:defRPr>
            </a:lvl7pPr>
            <a:lvl8pPr>
              <a:defRPr sz="2025" b="1">
                <a:solidFill>
                  <a:srgbClr val="087E8B"/>
                </a:solidFill>
                <a:latin typeface="Nimbus Sans"/>
                <a:ea typeface="Nimbus Sans"/>
                <a:cs typeface="Nimbus Sans"/>
              </a:defRPr>
            </a:lvl8pPr>
            <a:lvl9pPr>
              <a:defRPr sz="2025" b="1">
                <a:solidFill>
                  <a:srgbClr val="087E8B"/>
                </a:solidFill>
                <a:latin typeface="Nimbus Sans"/>
                <a:ea typeface="Nimbus Sans"/>
                <a:cs typeface="Nimbus Sans"/>
              </a:defRPr>
            </a:lvl9pPr>
          </a:lstStyle>
          <a:p xmlns:a="http://schemas.openxmlformats.org/drawingml/2006/main">
            <a:pPr>
              <a:defRPr sz="2025" b="1">
                <a:solidFill>
                  <a:srgbClr val="087E8B"/>
                </a:solidFill>
                <a:latin typeface="Nimbus Sans"/>
                <a:ea typeface="Nimbus Sans"/>
                <a:cs typeface="Nimbus Sans"/>
              </a:defRPr>
            </a:pPr>
            <a:r>
              <a:rPr sz="2025" b="1">
                <a:solidFill>
                  <a:srgbClr val="087E8B"/>
                </a:solidFill>
                <a:latin typeface="Nimbus Sans"/>
                <a:ea typeface="Nimbus Sans"/>
                <a:cs typeface="Nimbus Sans"/>
              </a:rPr>
              <a:t>First asset to establish</a:t>
            </a:r>
          </a:p>
        </p:txBody>
      </p:sp>
      <p:sp>
        <p:nvSpPr>
          <p:cNvPr id="8" name="row-1-body">
            <a:extLst xmlns:a="http://schemas.openxmlformats.org/drawingml/2006/main">
              <a:ext uri="{FF2B5EF4-FFF2-40B4-BE49-F238E27FC236}">
                <a16:creationId xmlns:a16="http://schemas.microsoft.com/office/drawing/2014/main" id="{D2C3E9C6-8D97-4A3F-8F8E-75CAC919D767}"/>
              </a:ext>
            </a:extLst>
          </p:cNvPr>
          <p:cNvSpPr>
            <a:spLocks xmlns:a="http://schemas.openxmlformats.org/drawingml/2006/main" noGrp="1"/>
          </p:cNvSpPr>
          <p:nvPr/>
        </p:nvSpPr>
        <p:spPr>
          <a:xfrm xmlns:a="http://schemas.openxmlformats.org/drawingml/2006/main">
            <a:off x="3752850" y="2771775"/>
            <a:ext cx="77914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12C40"/>
                </a:solidFill>
                <a:latin typeface="Nimbus Sans"/>
                <a:ea typeface="Nimbus Sans"/>
                <a:cs typeface="Nimbus Sans"/>
              </a:defRPr>
            </a:defPPr>
            <a:lvl1pPr>
              <a:defRPr sz="1950" b="0">
                <a:solidFill>
                  <a:srgbClr val="112C40"/>
                </a:solidFill>
                <a:latin typeface="Nimbus Sans"/>
                <a:ea typeface="Nimbus Sans"/>
                <a:cs typeface="Nimbus Sans"/>
              </a:defRPr>
            </a:lvl1pPr>
            <a:lvl2pPr>
              <a:defRPr sz="1950" b="0">
                <a:solidFill>
                  <a:srgbClr val="112C40"/>
                </a:solidFill>
                <a:latin typeface="Nimbus Sans"/>
                <a:ea typeface="Nimbus Sans"/>
                <a:cs typeface="Nimbus Sans"/>
              </a:defRPr>
            </a:lvl2pPr>
            <a:lvl3pPr>
              <a:defRPr sz="1950" b="0">
                <a:solidFill>
                  <a:srgbClr val="112C40"/>
                </a:solidFill>
                <a:latin typeface="Nimbus Sans"/>
                <a:ea typeface="Nimbus Sans"/>
                <a:cs typeface="Nimbus Sans"/>
              </a:defRPr>
            </a:lvl3pPr>
            <a:lvl4pPr>
              <a:defRPr sz="1950" b="0">
                <a:solidFill>
                  <a:srgbClr val="112C40"/>
                </a:solidFill>
                <a:latin typeface="Nimbus Sans"/>
                <a:ea typeface="Nimbus Sans"/>
                <a:cs typeface="Nimbus Sans"/>
              </a:defRPr>
            </a:lvl4pPr>
            <a:lvl5pPr>
              <a:defRPr sz="1950" b="0">
                <a:solidFill>
                  <a:srgbClr val="112C40"/>
                </a:solidFill>
                <a:latin typeface="Nimbus Sans"/>
                <a:ea typeface="Nimbus Sans"/>
                <a:cs typeface="Nimbus Sans"/>
              </a:defRPr>
            </a:lvl5pPr>
            <a:lvl6pPr>
              <a:defRPr sz="1950" b="0">
                <a:solidFill>
                  <a:srgbClr val="112C40"/>
                </a:solidFill>
                <a:latin typeface="Nimbus Sans"/>
                <a:ea typeface="Nimbus Sans"/>
                <a:cs typeface="Nimbus Sans"/>
              </a:defRPr>
            </a:lvl6pPr>
            <a:lvl7pPr>
              <a:defRPr sz="1950" b="0">
                <a:solidFill>
                  <a:srgbClr val="112C40"/>
                </a:solidFill>
                <a:latin typeface="Nimbus Sans"/>
                <a:ea typeface="Nimbus Sans"/>
                <a:cs typeface="Nimbus Sans"/>
              </a:defRPr>
            </a:lvl7pPr>
            <a:lvl8pPr>
              <a:defRPr sz="1950" b="0">
                <a:solidFill>
                  <a:srgbClr val="112C40"/>
                </a:solidFill>
                <a:latin typeface="Nimbus Sans"/>
                <a:ea typeface="Nimbus Sans"/>
                <a:cs typeface="Nimbus Sans"/>
              </a:defRPr>
            </a:lvl8pPr>
            <a:lvl9pPr>
              <a:defRPr sz="1950" b="0">
                <a:solidFill>
                  <a:srgbClr val="112C40"/>
                </a:solidFill>
                <a:latin typeface="Nimbus Sans"/>
                <a:ea typeface="Nimbus Sans"/>
                <a:cs typeface="Nimbus Sans"/>
              </a:defRPr>
            </a:lvl9pPr>
          </a:lstStyle>
          <a:p xmlns:a="http://schemas.openxmlformats.org/drawingml/2006/main">
            <a:pPr>
              <a:defRPr sz="1950" b="0">
                <a:solidFill>
                  <a:srgbClr val="112C40"/>
                </a:solidFill>
                <a:latin typeface="Nimbus Sans"/>
                <a:ea typeface="Nimbus Sans"/>
                <a:cs typeface="Nimbus Sans"/>
              </a:defRPr>
            </a:pPr>
            <a:r>
              <a:rPr sz="1950" b="0">
                <a:solidFill>
                  <a:srgbClr val="112C40"/>
                </a:solidFill>
                <a:latin typeface="Nimbus Sans"/>
                <a:ea typeface="Nimbus Sans"/>
                <a:cs typeface="Nimbus Sans"/>
              </a:rPr>
              <a:t>A controllable intervention that restores independent functional measures while preserving cell identity.</a:t>
            </a:r>
          </a:p>
        </p:txBody>
      </p:sp>
      <p:sp>
        <p:nvSpPr>
          <p:cNvPr id="9" name="row-2-label">
            <a:extLst xmlns:a="http://schemas.openxmlformats.org/drawingml/2006/main">
              <a:ext uri="{FF2B5EF4-FFF2-40B4-BE49-F238E27FC236}">
                <a16:creationId xmlns:a16="http://schemas.microsoft.com/office/drawing/2014/main" id="{2303A87E-9A46-4561-9F52-ABE52FFCD032}"/>
              </a:ext>
            </a:extLst>
          </p:cNvPr>
          <p:cNvSpPr>
            <a:spLocks xmlns:a="http://schemas.openxmlformats.org/drawingml/2006/main" noGrp="1"/>
          </p:cNvSpPr>
          <p:nvPr/>
        </p:nvSpPr>
        <p:spPr>
          <a:xfrm xmlns:a="http://schemas.openxmlformats.org/drawingml/2006/main">
            <a:off x="609600" y="3771900"/>
            <a:ext cx="2857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087E8B"/>
                </a:solidFill>
                <a:latin typeface="Nimbus Sans"/>
                <a:ea typeface="Nimbus Sans"/>
                <a:cs typeface="Nimbus Sans"/>
              </a:defRPr>
            </a:defPPr>
            <a:lvl1pPr>
              <a:defRPr sz="2025" b="1">
                <a:solidFill>
                  <a:srgbClr val="087E8B"/>
                </a:solidFill>
                <a:latin typeface="Nimbus Sans"/>
                <a:ea typeface="Nimbus Sans"/>
                <a:cs typeface="Nimbus Sans"/>
              </a:defRPr>
            </a:lvl1pPr>
            <a:lvl2pPr>
              <a:defRPr sz="2025" b="1">
                <a:solidFill>
                  <a:srgbClr val="087E8B"/>
                </a:solidFill>
                <a:latin typeface="Nimbus Sans"/>
                <a:ea typeface="Nimbus Sans"/>
                <a:cs typeface="Nimbus Sans"/>
              </a:defRPr>
            </a:lvl2pPr>
            <a:lvl3pPr>
              <a:defRPr sz="2025" b="1">
                <a:solidFill>
                  <a:srgbClr val="087E8B"/>
                </a:solidFill>
                <a:latin typeface="Nimbus Sans"/>
                <a:ea typeface="Nimbus Sans"/>
                <a:cs typeface="Nimbus Sans"/>
              </a:defRPr>
            </a:lvl3pPr>
            <a:lvl4pPr>
              <a:defRPr sz="2025" b="1">
                <a:solidFill>
                  <a:srgbClr val="087E8B"/>
                </a:solidFill>
                <a:latin typeface="Nimbus Sans"/>
                <a:ea typeface="Nimbus Sans"/>
                <a:cs typeface="Nimbus Sans"/>
              </a:defRPr>
            </a:lvl4pPr>
            <a:lvl5pPr>
              <a:defRPr sz="2025" b="1">
                <a:solidFill>
                  <a:srgbClr val="087E8B"/>
                </a:solidFill>
                <a:latin typeface="Nimbus Sans"/>
                <a:ea typeface="Nimbus Sans"/>
                <a:cs typeface="Nimbus Sans"/>
              </a:defRPr>
            </a:lvl5pPr>
            <a:lvl6pPr>
              <a:defRPr sz="2025" b="1">
                <a:solidFill>
                  <a:srgbClr val="087E8B"/>
                </a:solidFill>
                <a:latin typeface="Nimbus Sans"/>
                <a:ea typeface="Nimbus Sans"/>
                <a:cs typeface="Nimbus Sans"/>
              </a:defRPr>
            </a:lvl6pPr>
            <a:lvl7pPr>
              <a:defRPr sz="2025" b="1">
                <a:solidFill>
                  <a:srgbClr val="087E8B"/>
                </a:solidFill>
                <a:latin typeface="Nimbus Sans"/>
                <a:ea typeface="Nimbus Sans"/>
                <a:cs typeface="Nimbus Sans"/>
              </a:defRPr>
            </a:lvl7pPr>
            <a:lvl8pPr>
              <a:defRPr sz="2025" b="1">
                <a:solidFill>
                  <a:srgbClr val="087E8B"/>
                </a:solidFill>
                <a:latin typeface="Nimbus Sans"/>
                <a:ea typeface="Nimbus Sans"/>
                <a:cs typeface="Nimbus Sans"/>
              </a:defRPr>
            </a:lvl8pPr>
            <a:lvl9pPr>
              <a:defRPr sz="2025" b="1">
                <a:solidFill>
                  <a:srgbClr val="087E8B"/>
                </a:solidFill>
                <a:latin typeface="Nimbus Sans"/>
                <a:ea typeface="Nimbus Sans"/>
                <a:cs typeface="Nimbus Sans"/>
              </a:defRPr>
            </a:lvl9pPr>
          </a:lstStyle>
          <a:p xmlns:a="http://schemas.openxmlformats.org/drawingml/2006/main">
            <a:pPr>
              <a:defRPr sz="2025" b="1">
                <a:solidFill>
                  <a:srgbClr val="087E8B"/>
                </a:solidFill>
                <a:latin typeface="Nimbus Sans"/>
                <a:ea typeface="Nimbus Sans"/>
                <a:cs typeface="Nimbus Sans"/>
              </a:defRPr>
            </a:pPr>
            <a:r>
              <a:rPr sz="2025" b="1">
                <a:solidFill>
                  <a:srgbClr val="087E8B"/>
                </a:solidFill>
                <a:latin typeface="Nimbus Sans"/>
                <a:ea typeface="Nimbus Sans"/>
                <a:cs typeface="Nimbus Sans"/>
              </a:rPr>
              <a:t>Why this scope</a:t>
            </a:r>
          </a:p>
        </p:txBody>
      </p:sp>
      <p:sp>
        <p:nvSpPr>
          <p:cNvPr id="10" name="row-2-body">
            <a:extLst xmlns:a="http://schemas.openxmlformats.org/drawingml/2006/main">
              <a:ext uri="{FF2B5EF4-FFF2-40B4-BE49-F238E27FC236}">
                <a16:creationId xmlns:a16="http://schemas.microsoft.com/office/drawing/2014/main" id="{78528A99-8012-4440-89EA-650D42132CAF}"/>
              </a:ext>
            </a:extLst>
          </p:cNvPr>
          <p:cNvSpPr>
            <a:spLocks xmlns:a="http://schemas.openxmlformats.org/drawingml/2006/main" noGrp="1"/>
          </p:cNvSpPr>
          <p:nvPr/>
        </p:nvSpPr>
        <p:spPr>
          <a:xfrm xmlns:a="http://schemas.openxmlformats.org/drawingml/2006/main">
            <a:off x="3752850" y="3771900"/>
            <a:ext cx="77914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12C40"/>
                </a:solidFill>
                <a:latin typeface="Nimbus Sans"/>
                <a:ea typeface="Nimbus Sans"/>
                <a:cs typeface="Nimbus Sans"/>
              </a:defRPr>
            </a:defPPr>
            <a:lvl1pPr>
              <a:defRPr sz="1950" b="0">
                <a:solidFill>
                  <a:srgbClr val="112C40"/>
                </a:solidFill>
                <a:latin typeface="Nimbus Sans"/>
                <a:ea typeface="Nimbus Sans"/>
                <a:cs typeface="Nimbus Sans"/>
              </a:defRPr>
            </a:lvl1pPr>
            <a:lvl2pPr>
              <a:defRPr sz="1950" b="0">
                <a:solidFill>
                  <a:srgbClr val="112C40"/>
                </a:solidFill>
                <a:latin typeface="Nimbus Sans"/>
                <a:ea typeface="Nimbus Sans"/>
                <a:cs typeface="Nimbus Sans"/>
              </a:defRPr>
            </a:lvl2pPr>
            <a:lvl3pPr>
              <a:defRPr sz="1950" b="0">
                <a:solidFill>
                  <a:srgbClr val="112C40"/>
                </a:solidFill>
                <a:latin typeface="Nimbus Sans"/>
                <a:ea typeface="Nimbus Sans"/>
                <a:cs typeface="Nimbus Sans"/>
              </a:defRPr>
            </a:lvl3pPr>
            <a:lvl4pPr>
              <a:defRPr sz="1950" b="0">
                <a:solidFill>
                  <a:srgbClr val="112C40"/>
                </a:solidFill>
                <a:latin typeface="Nimbus Sans"/>
                <a:ea typeface="Nimbus Sans"/>
                <a:cs typeface="Nimbus Sans"/>
              </a:defRPr>
            </a:lvl4pPr>
            <a:lvl5pPr>
              <a:defRPr sz="1950" b="0">
                <a:solidFill>
                  <a:srgbClr val="112C40"/>
                </a:solidFill>
                <a:latin typeface="Nimbus Sans"/>
                <a:ea typeface="Nimbus Sans"/>
                <a:cs typeface="Nimbus Sans"/>
              </a:defRPr>
            </a:lvl5pPr>
            <a:lvl6pPr>
              <a:defRPr sz="1950" b="0">
                <a:solidFill>
                  <a:srgbClr val="112C40"/>
                </a:solidFill>
                <a:latin typeface="Nimbus Sans"/>
                <a:ea typeface="Nimbus Sans"/>
                <a:cs typeface="Nimbus Sans"/>
              </a:defRPr>
            </a:lvl6pPr>
            <a:lvl7pPr>
              <a:defRPr sz="1950" b="0">
                <a:solidFill>
                  <a:srgbClr val="112C40"/>
                </a:solidFill>
                <a:latin typeface="Nimbus Sans"/>
                <a:ea typeface="Nimbus Sans"/>
                <a:cs typeface="Nimbus Sans"/>
              </a:defRPr>
            </a:lvl7pPr>
            <a:lvl8pPr>
              <a:defRPr sz="1950" b="0">
                <a:solidFill>
                  <a:srgbClr val="112C40"/>
                </a:solidFill>
                <a:latin typeface="Nimbus Sans"/>
                <a:ea typeface="Nimbus Sans"/>
                <a:cs typeface="Nimbus Sans"/>
              </a:defRPr>
            </a:lvl8pPr>
            <a:lvl9pPr>
              <a:defRPr sz="1950" b="0">
                <a:solidFill>
                  <a:srgbClr val="112C40"/>
                </a:solidFill>
                <a:latin typeface="Nimbus Sans"/>
                <a:ea typeface="Nimbus Sans"/>
                <a:cs typeface="Nimbus Sans"/>
              </a:defRPr>
            </a:lvl9pPr>
          </a:lstStyle>
          <a:p xmlns:a="http://schemas.openxmlformats.org/drawingml/2006/main">
            <a:pPr>
              <a:defRPr sz="1950" b="0">
                <a:solidFill>
                  <a:srgbClr val="112C40"/>
                </a:solidFill>
                <a:latin typeface="Nimbus Sans"/>
                <a:ea typeface="Nimbus Sans"/>
                <a:cs typeface="Nimbus Sans"/>
              </a:defRPr>
            </a:pPr>
            <a:r>
              <a:rPr sz="1950" b="0">
                <a:solidFill>
                  <a:srgbClr val="112C40"/>
                </a:solidFill>
                <a:latin typeface="Nimbus Sans"/>
                <a:ea typeface="Nimbus Sans"/>
                <a:cs typeface="Nimbus Sans"/>
              </a:rPr>
              <a:t>An accessible tissue model permits repeat measurement, perturbation and direct assessment of repair function.</a:t>
            </a:r>
          </a:p>
        </p:txBody>
      </p:sp>
      <p:sp>
        <p:nvSpPr>
          <p:cNvPr id="11" name="row-3-label">
            <a:extLst xmlns:a="http://schemas.openxmlformats.org/drawingml/2006/main">
              <a:ext uri="{FF2B5EF4-FFF2-40B4-BE49-F238E27FC236}">
                <a16:creationId xmlns:a16="http://schemas.microsoft.com/office/drawing/2014/main" id="{AACB1894-87AA-4CD9-B275-E2E0F66199FB}"/>
              </a:ext>
            </a:extLst>
          </p:cNvPr>
          <p:cNvSpPr>
            <a:spLocks xmlns:a="http://schemas.openxmlformats.org/drawingml/2006/main" noGrp="1"/>
          </p:cNvSpPr>
          <p:nvPr/>
        </p:nvSpPr>
        <p:spPr>
          <a:xfrm xmlns:a="http://schemas.openxmlformats.org/drawingml/2006/main">
            <a:off x="609600" y="4772025"/>
            <a:ext cx="2857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087E8B"/>
                </a:solidFill>
                <a:latin typeface="Nimbus Sans"/>
                <a:ea typeface="Nimbus Sans"/>
                <a:cs typeface="Nimbus Sans"/>
              </a:defRPr>
            </a:defPPr>
            <a:lvl1pPr>
              <a:defRPr sz="2025" b="1">
                <a:solidFill>
                  <a:srgbClr val="087E8B"/>
                </a:solidFill>
                <a:latin typeface="Nimbus Sans"/>
                <a:ea typeface="Nimbus Sans"/>
                <a:cs typeface="Nimbus Sans"/>
              </a:defRPr>
            </a:lvl1pPr>
            <a:lvl2pPr>
              <a:defRPr sz="2025" b="1">
                <a:solidFill>
                  <a:srgbClr val="087E8B"/>
                </a:solidFill>
                <a:latin typeface="Nimbus Sans"/>
                <a:ea typeface="Nimbus Sans"/>
                <a:cs typeface="Nimbus Sans"/>
              </a:defRPr>
            </a:lvl2pPr>
            <a:lvl3pPr>
              <a:defRPr sz="2025" b="1">
                <a:solidFill>
                  <a:srgbClr val="087E8B"/>
                </a:solidFill>
                <a:latin typeface="Nimbus Sans"/>
                <a:ea typeface="Nimbus Sans"/>
                <a:cs typeface="Nimbus Sans"/>
              </a:defRPr>
            </a:lvl3pPr>
            <a:lvl4pPr>
              <a:defRPr sz="2025" b="1">
                <a:solidFill>
                  <a:srgbClr val="087E8B"/>
                </a:solidFill>
                <a:latin typeface="Nimbus Sans"/>
                <a:ea typeface="Nimbus Sans"/>
                <a:cs typeface="Nimbus Sans"/>
              </a:defRPr>
            </a:lvl4pPr>
            <a:lvl5pPr>
              <a:defRPr sz="2025" b="1">
                <a:solidFill>
                  <a:srgbClr val="087E8B"/>
                </a:solidFill>
                <a:latin typeface="Nimbus Sans"/>
                <a:ea typeface="Nimbus Sans"/>
                <a:cs typeface="Nimbus Sans"/>
              </a:defRPr>
            </a:lvl5pPr>
            <a:lvl6pPr>
              <a:defRPr sz="2025" b="1">
                <a:solidFill>
                  <a:srgbClr val="087E8B"/>
                </a:solidFill>
                <a:latin typeface="Nimbus Sans"/>
                <a:ea typeface="Nimbus Sans"/>
                <a:cs typeface="Nimbus Sans"/>
              </a:defRPr>
            </a:lvl6pPr>
            <a:lvl7pPr>
              <a:defRPr sz="2025" b="1">
                <a:solidFill>
                  <a:srgbClr val="087E8B"/>
                </a:solidFill>
                <a:latin typeface="Nimbus Sans"/>
                <a:ea typeface="Nimbus Sans"/>
                <a:cs typeface="Nimbus Sans"/>
              </a:defRPr>
            </a:lvl7pPr>
            <a:lvl8pPr>
              <a:defRPr sz="2025" b="1">
                <a:solidFill>
                  <a:srgbClr val="087E8B"/>
                </a:solidFill>
                <a:latin typeface="Nimbus Sans"/>
                <a:ea typeface="Nimbus Sans"/>
                <a:cs typeface="Nimbus Sans"/>
              </a:defRPr>
            </a:lvl8pPr>
            <a:lvl9pPr>
              <a:defRPr sz="2025" b="1">
                <a:solidFill>
                  <a:srgbClr val="087E8B"/>
                </a:solidFill>
                <a:latin typeface="Nimbus Sans"/>
                <a:ea typeface="Nimbus Sans"/>
                <a:cs typeface="Nimbus Sans"/>
              </a:defRPr>
            </a:lvl9pPr>
          </a:lstStyle>
          <a:p xmlns:a="http://schemas.openxmlformats.org/drawingml/2006/main">
            <a:pPr>
              <a:defRPr sz="2025" b="1">
                <a:solidFill>
                  <a:srgbClr val="087E8B"/>
                </a:solidFill>
                <a:latin typeface="Nimbus Sans"/>
                <a:ea typeface="Nimbus Sans"/>
                <a:cs typeface="Nimbus Sans"/>
              </a:defRPr>
            </a:pPr>
            <a:r>
              <a:rPr sz="2025" b="1">
                <a:solidFill>
                  <a:srgbClr val="087E8B"/>
                </a:solidFill>
                <a:latin typeface="Nimbus Sans"/>
                <a:ea typeface="Nimbus Sans"/>
                <a:cs typeface="Nimbus Sans"/>
              </a:rPr>
              <a:t>Long-term ambition</a:t>
            </a:r>
          </a:p>
        </p:txBody>
      </p:sp>
      <p:sp>
        <p:nvSpPr>
          <p:cNvPr id="12" name="row-3-body">
            <a:extLst xmlns:a="http://schemas.openxmlformats.org/drawingml/2006/main">
              <a:ext uri="{FF2B5EF4-FFF2-40B4-BE49-F238E27FC236}">
                <a16:creationId xmlns:a16="http://schemas.microsoft.com/office/drawing/2014/main" id="{4DB07CBD-FE32-447B-9EBB-58B54BAD84D7}"/>
              </a:ext>
            </a:extLst>
          </p:cNvPr>
          <p:cNvSpPr>
            <a:spLocks xmlns:a="http://schemas.openxmlformats.org/drawingml/2006/main" noGrp="1"/>
          </p:cNvSpPr>
          <p:nvPr/>
        </p:nvSpPr>
        <p:spPr>
          <a:xfrm xmlns:a="http://schemas.openxmlformats.org/drawingml/2006/main">
            <a:off x="3752850" y="4772025"/>
            <a:ext cx="77914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12C40"/>
                </a:solidFill>
                <a:latin typeface="Nimbus Sans"/>
                <a:ea typeface="Nimbus Sans"/>
                <a:cs typeface="Nimbus Sans"/>
              </a:defRPr>
            </a:defPPr>
            <a:lvl1pPr>
              <a:defRPr sz="1950" b="0">
                <a:solidFill>
                  <a:srgbClr val="112C40"/>
                </a:solidFill>
                <a:latin typeface="Nimbus Sans"/>
                <a:ea typeface="Nimbus Sans"/>
                <a:cs typeface="Nimbus Sans"/>
              </a:defRPr>
            </a:lvl1pPr>
            <a:lvl2pPr>
              <a:defRPr sz="1950" b="0">
                <a:solidFill>
                  <a:srgbClr val="112C40"/>
                </a:solidFill>
                <a:latin typeface="Nimbus Sans"/>
                <a:ea typeface="Nimbus Sans"/>
                <a:cs typeface="Nimbus Sans"/>
              </a:defRPr>
            </a:lvl2pPr>
            <a:lvl3pPr>
              <a:defRPr sz="1950" b="0">
                <a:solidFill>
                  <a:srgbClr val="112C40"/>
                </a:solidFill>
                <a:latin typeface="Nimbus Sans"/>
                <a:ea typeface="Nimbus Sans"/>
                <a:cs typeface="Nimbus Sans"/>
              </a:defRPr>
            </a:lvl3pPr>
            <a:lvl4pPr>
              <a:defRPr sz="1950" b="0">
                <a:solidFill>
                  <a:srgbClr val="112C40"/>
                </a:solidFill>
                <a:latin typeface="Nimbus Sans"/>
                <a:ea typeface="Nimbus Sans"/>
                <a:cs typeface="Nimbus Sans"/>
              </a:defRPr>
            </a:lvl4pPr>
            <a:lvl5pPr>
              <a:defRPr sz="1950" b="0">
                <a:solidFill>
                  <a:srgbClr val="112C40"/>
                </a:solidFill>
                <a:latin typeface="Nimbus Sans"/>
                <a:ea typeface="Nimbus Sans"/>
                <a:cs typeface="Nimbus Sans"/>
              </a:defRPr>
            </a:lvl5pPr>
            <a:lvl6pPr>
              <a:defRPr sz="1950" b="0">
                <a:solidFill>
                  <a:srgbClr val="112C40"/>
                </a:solidFill>
                <a:latin typeface="Nimbus Sans"/>
                <a:ea typeface="Nimbus Sans"/>
                <a:cs typeface="Nimbus Sans"/>
              </a:defRPr>
            </a:lvl6pPr>
            <a:lvl7pPr>
              <a:defRPr sz="1950" b="0">
                <a:solidFill>
                  <a:srgbClr val="112C40"/>
                </a:solidFill>
                <a:latin typeface="Nimbus Sans"/>
                <a:ea typeface="Nimbus Sans"/>
                <a:cs typeface="Nimbus Sans"/>
              </a:defRPr>
            </a:lvl7pPr>
            <a:lvl8pPr>
              <a:defRPr sz="1950" b="0">
                <a:solidFill>
                  <a:srgbClr val="112C40"/>
                </a:solidFill>
                <a:latin typeface="Nimbus Sans"/>
                <a:ea typeface="Nimbus Sans"/>
                <a:cs typeface="Nimbus Sans"/>
              </a:defRPr>
            </a:lvl8pPr>
            <a:lvl9pPr>
              <a:defRPr sz="1950" b="0">
                <a:solidFill>
                  <a:srgbClr val="112C40"/>
                </a:solidFill>
                <a:latin typeface="Nimbus Sans"/>
                <a:ea typeface="Nimbus Sans"/>
                <a:cs typeface="Nimbus Sans"/>
              </a:defRPr>
            </a:lvl9pPr>
          </a:lstStyle>
          <a:p xmlns:a="http://schemas.openxmlformats.org/drawingml/2006/main">
            <a:pPr>
              <a:defRPr sz="1950" b="0">
                <a:solidFill>
                  <a:srgbClr val="112C40"/>
                </a:solidFill>
                <a:latin typeface="Nimbus Sans"/>
                <a:ea typeface="Nimbus Sans"/>
                <a:cs typeface="Nimbus Sans"/>
              </a:defRPr>
            </a:pPr>
            <a:r>
              <a:rPr sz="1950" b="0">
                <a:solidFill>
                  <a:srgbClr val="112C40"/>
                </a:solidFill>
                <a:latin typeface="Nimbus Sans"/>
                <a:ea typeface="Nimbus Sans"/>
                <a:cs typeface="Nimbus Sans"/>
              </a:rPr>
              <a:t>Comprehensive reversal of cellular biological aging requires further evidence, broader tissue work and additional capital.</a:t>
            </a:r>
          </a:p>
        </p:txBody>
      </p:sp>
    </p:spTree>
    <p:extLst>
      <p:ext uri="{BB962C8B-B14F-4D97-AF65-F5344CB8AC3E}">
        <p14:creationId xmlns:p14="http://schemas.microsoft.com/office/powerpoint/2010/main" val="1071576005"/>
      </p:ext>
    </p:extLst>
  </p:cSld>
</p:sld>
</file>

<file path=ppt/slides/slide3.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13" name="title">
            <a:extLst xmlns:a="http://schemas.openxmlformats.org/drawingml/2006/main">
              <a:ext uri="{FF2B5EF4-FFF2-40B4-BE49-F238E27FC236}">
                <a16:creationId xmlns:a16="http://schemas.microsoft.com/office/drawing/2014/main" id="{FD59B509-639D-42E0-A0C0-8F20EF8ABB43}"/>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12C40"/>
                </a:solidFill>
                <a:latin typeface="Nimbus Sans"/>
                <a:ea typeface="Nimbus Sans"/>
                <a:cs typeface="Nimbus Sans"/>
              </a:defRPr>
            </a:defPPr>
            <a:lvl1pPr>
              <a:defRPr sz="3225" b="1">
                <a:solidFill>
                  <a:srgbClr val="112C40"/>
                </a:solidFill>
                <a:latin typeface="Nimbus Sans"/>
                <a:ea typeface="Nimbus Sans"/>
                <a:cs typeface="Nimbus Sans"/>
              </a:defRPr>
            </a:lvl1pPr>
            <a:lvl2pPr>
              <a:defRPr sz="3225" b="1">
                <a:solidFill>
                  <a:srgbClr val="112C40"/>
                </a:solidFill>
                <a:latin typeface="Nimbus Sans"/>
                <a:ea typeface="Nimbus Sans"/>
                <a:cs typeface="Nimbus Sans"/>
              </a:defRPr>
            </a:lvl2pPr>
            <a:lvl3pPr>
              <a:defRPr sz="3225" b="1">
                <a:solidFill>
                  <a:srgbClr val="112C40"/>
                </a:solidFill>
                <a:latin typeface="Nimbus Sans"/>
                <a:ea typeface="Nimbus Sans"/>
                <a:cs typeface="Nimbus Sans"/>
              </a:defRPr>
            </a:lvl3pPr>
            <a:lvl4pPr>
              <a:defRPr sz="3225" b="1">
                <a:solidFill>
                  <a:srgbClr val="112C40"/>
                </a:solidFill>
                <a:latin typeface="Nimbus Sans"/>
                <a:ea typeface="Nimbus Sans"/>
                <a:cs typeface="Nimbus Sans"/>
              </a:defRPr>
            </a:lvl4pPr>
            <a:lvl5pPr>
              <a:defRPr sz="3225" b="1">
                <a:solidFill>
                  <a:srgbClr val="112C40"/>
                </a:solidFill>
                <a:latin typeface="Nimbus Sans"/>
                <a:ea typeface="Nimbus Sans"/>
                <a:cs typeface="Nimbus Sans"/>
              </a:defRPr>
            </a:lvl5pPr>
            <a:lvl6pPr>
              <a:defRPr sz="3225" b="1">
                <a:solidFill>
                  <a:srgbClr val="112C40"/>
                </a:solidFill>
                <a:latin typeface="Nimbus Sans"/>
                <a:ea typeface="Nimbus Sans"/>
                <a:cs typeface="Nimbus Sans"/>
              </a:defRPr>
            </a:lvl6pPr>
            <a:lvl7pPr>
              <a:defRPr sz="3225" b="1">
                <a:solidFill>
                  <a:srgbClr val="112C40"/>
                </a:solidFill>
                <a:latin typeface="Nimbus Sans"/>
                <a:ea typeface="Nimbus Sans"/>
                <a:cs typeface="Nimbus Sans"/>
              </a:defRPr>
            </a:lvl7pPr>
            <a:lvl8pPr>
              <a:defRPr sz="3225" b="1">
                <a:solidFill>
                  <a:srgbClr val="112C40"/>
                </a:solidFill>
                <a:latin typeface="Nimbus Sans"/>
                <a:ea typeface="Nimbus Sans"/>
                <a:cs typeface="Nimbus Sans"/>
              </a:defRPr>
            </a:lvl8pPr>
            <a:lvl9pPr>
              <a:defRPr sz="3225" b="1">
                <a:solidFill>
                  <a:srgbClr val="112C40"/>
                </a:solidFill>
                <a:latin typeface="Nimbus Sans"/>
                <a:ea typeface="Nimbus Sans"/>
                <a:cs typeface="Nimbus Sans"/>
              </a:defRPr>
            </a:lvl9pPr>
          </a:lstStyle>
          <a:p xmlns:a="http://schemas.openxmlformats.org/drawingml/2006/main">
            <a:pPr>
              <a:defRPr sz="3225" b="1">
                <a:solidFill>
                  <a:srgbClr val="112C40"/>
                </a:solidFill>
                <a:latin typeface="Nimbus Sans"/>
                <a:ea typeface="Nimbus Sans"/>
                <a:cs typeface="Nimbus Sans"/>
              </a:defRPr>
            </a:pPr>
            <a:r>
              <a:rPr sz="3225" b="1">
                <a:solidFill>
                  <a:srgbClr val="112C40"/>
                </a:solidFill>
                <a:latin typeface="Nimbus Sans"/>
                <a:ea typeface="Nimbus Sans"/>
                <a:cs typeface="Nimbus Sans"/>
              </a:rPr>
              <a:t>Current evidence is computational</a:t>
            </a:r>
          </a:p>
        </p:txBody>
      </p:sp>
      <p:sp>
        <p:nvSpPr>
          <p:cNvPr id="2" name="rule">
            <a:extLst xmlns:a="http://schemas.openxmlformats.org/drawingml/2006/main">
              <a:ext uri="{FF2B5EF4-FFF2-40B4-BE49-F238E27FC236}">
                <a16:creationId xmlns:a16="http://schemas.microsoft.com/office/drawing/2014/main" id="{73ADAE9F-98C1-4113-B64D-B4E6F9D3442F}"/>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87E8B"/>
          </a:solidFill>
          <a:ln xmlns:a="http://schemas.openxmlformats.org/drawingml/2006/main" w="0">
            <a:noFill/>
            <a:prstDash val="solid"/>
          </a:ln>
        </p:spPr>
      </p:sp>
      <p:sp>
        <p:nvSpPr>
          <p:cNvPr id="3" name="footer">
            <a:extLst xmlns:a="http://schemas.openxmlformats.org/drawingml/2006/main">
              <a:ext uri="{FF2B5EF4-FFF2-40B4-BE49-F238E27FC236}">
                <a16:creationId xmlns:a16="http://schemas.microsoft.com/office/drawing/2014/main" id="{56DF6FC4-BC93-495D-9866-62A3C754E67F}"/>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486171"/>
                </a:solidFill>
                <a:latin typeface="Nimbus Sans"/>
                <a:ea typeface="Nimbus Sans"/>
                <a:cs typeface="Nimbus Sans"/>
              </a:defRPr>
            </a:defPPr>
            <a:lvl1pPr>
              <a:defRPr sz="1125" b="0">
                <a:solidFill>
                  <a:srgbClr val="486171"/>
                </a:solidFill>
                <a:latin typeface="Nimbus Sans"/>
                <a:ea typeface="Nimbus Sans"/>
                <a:cs typeface="Nimbus Sans"/>
              </a:defRPr>
            </a:lvl1pPr>
            <a:lvl2pPr>
              <a:defRPr sz="1125" b="0">
                <a:solidFill>
                  <a:srgbClr val="486171"/>
                </a:solidFill>
                <a:latin typeface="Nimbus Sans"/>
                <a:ea typeface="Nimbus Sans"/>
                <a:cs typeface="Nimbus Sans"/>
              </a:defRPr>
            </a:lvl2pPr>
            <a:lvl3pPr>
              <a:defRPr sz="1125" b="0">
                <a:solidFill>
                  <a:srgbClr val="486171"/>
                </a:solidFill>
                <a:latin typeface="Nimbus Sans"/>
                <a:ea typeface="Nimbus Sans"/>
                <a:cs typeface="Nimbus Sans"/>
              </a:defRPr>
            </a:lvl3pPr>
            <a:lvl4pPr>
              <a:defRPr sz="1125" b="0">
                <a:solidFill>
                  <a:srgbClr val="486171"/>
                </a:solidFill>
                <a:latin typeface="Nimbus Sans"/>
                <a:ea typeface="Nimbus Sans"/>
                <a:cs typeface="Nimbus Sans"/>
              </a:defRPr>
            </a:lvl4pPr>
            <a:lvl5pPr>
              <a:defRPr sz="1125" b="0">
                <a:solidFill>
                  <a:srgbClr val="486171"/>
                </a:solidFill>
                <a:latin typeface="Nimbus Sans"/>
                <a:ea typeface="Nimbus Sans"/>
                <a:cs typeface="Nimbus Sans"/>
              </a:defRPr>
            </a:lvl5pPr>
            <a:lvl6pPr>
              <a:defRPr sz="1125" b="0">
                <a:solidFill>
                  <a:srgbClr val="486171"/>
                </a:solidFill>
                <a:latin typeface="Nimbus Sans"/>
                <a:ea typeface="Nimbus Sans"/>
                <a:cs typeface="Nimbus Sans"/>
              </a:defRPr>
            </a:lvl6pPr>
            <a:lvl7pPr>
              <a:defRPr sz="1125" b="0">
                <a:solidFill>
                  <a:srgbClr val="486171"/>
                </a:solidFill>
                <a:latin typeface="Nimbus Sans"/>
                <a:ea typeface="Nimbus Sans"/>
                <a:cs typeface="Nimbus Sans"/>
              </a:defRPr>
            </a:lvl7pPr>
            <a:lvl8pPr>
              <a:defRPr sz="1125" b="0">
                <a:solidFill>
                  <a:srgbClr val="486171"/>
                </a:solidFill>
                <a:latin typeface="Nimbus Sans"/>
                <a:ea typeface="Nimbus Sans"/>
                <a:cs typeface="Nimbus Sans"/>
              </a:defRPr>
            </a:lvl8pPr>
            <a:lvl9pPr>
              <a:defRPr sz="1125" b="0">
                <a:solidFill>
                  <a:srgbClr val="486171"/>
                </a:solidFill>
                <a:latin typeface="Nimbus Sans"/>
                <a:ea typeface="Nimbus Sans"/>
                <a:cs typeface="Nimbus Sans"/>
              </a:defRPr>
            </a:lvl9pPr>
          </a:lstStyle>
          <a:p xmlns:a="http://schemas.openxmlformats.org/drawingml/2006/main">
            <a:pPr>
              <a:defRPr sz="1125" b="0">
                <a:solidFill>
                  <a:srgbClr val="486171"/>
                </a:solidFill>
                <a:latin typeface="Nimbus Sans"/>
                <a:ea typeface="Nimbus Sans"/>
                <a:cs typeface="Nimbus Sans"/>
              </a:defRPr>
            </a:pPr>
            <a:r>
              <a:rPr sz="1125" b="0">
                <a:solidFill>
                  <a:srgbClr val="486171"/>
                </a:solidFill>
                <a:latin typeface="Nimbus Sans"/>
                <a:ea typeface="Nimbus Sans"/>
                <a:cs typeface="Nimbus Sans"/>
              </a:rPr>
              <a:t>White paper pp. 2–5, 23–25</a:t>
            </a:r>
          </a:p>
        </p:txBody>
      </p:sp>
      <p:sp>
        <p:nvSpPr>
          <p:cNvPr id="4" name="page">
            <a:extLst xmlns:a="http://schemas.openxmlformats.org/drawingml/2006/main">
              <a:ext uri="{FF2B5EF4-FFF2-40B4-BE49-F238E27FC236}">
                <a16:creationId xmlns:a16="http://schemas.microsoft.com/office/drawing/2014/main" id="{8C301F9C-1F08-409E-94D5-26FC41B1274F}"/>
              </a:ext>
            </a:extLst>
          </p:cNvPr>
          <p:cNvSpPr>
            <a:spLocks xmlns:a="http://schemas.openxmlformats.org/drawingml/2006/main" noGrp="1"/>
          </p:cNvSpPr>
          <p:nvPr/>
        </p:nvSpPr>
        <p:spPr>
          <a:xfrm xmlns:a="http://schemas.openxmlformats.org/drawingml/2006/main">
            <a:off x="11172825" y="6429375"/>
            <a:ext cx="4095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486171"/>
                </a:solidFill>
                <a:latin typeface="Nimbus Sans"/>
                <a:ea typeface="Nimbus Sans"/>
                <a:cs typeface="Nimbus Sans"/>
              </a:defRPr>
            </a:defPPr>
            <a:lvl1pPr>
              <a:defRPr sz="1125" b="0">
                <a:solidFill>
                  <a:srgbClr val="486171"/>
                </a:solidFill>
                <a:latin typeface="Nimbus Sans"/>
                <a:ea typeface="Nimbus Sans"/>
                <a:cs typeface="Nimbus Sans"/>
              </a:defRPr>
            </a:lvl1pPr>
            <a:lvl2pPr>
              <a:defRPr sz="1125" b="0">
                <a:solidFill>
                  <a:srgbClr val="486171"/>
                </a:solidFill>
                <a:latin typeface="Nimbus Sans"/>
                <a:ea typeface="Nimbus Sans"/>
                <a:cs typeface="Nimbus Sans"/>
              </a:defRPr>
            </a:lvl2pPr>
            <a:lvl3pPr>
              <a:defRPr sz="1125" b="0">
                <a:solidFill>
                  <a:srgbClr val="486171"/>
                </a:solidFill>
                <a:latin typeface="Nimbus Sans"/>
                <a:ea typeface="Nimbus Sans"/>
                <a:cs typeface="Nimbus Sans"/>
              </a:defRPr>
            </a:lvl3pPr>
            <a:lvl4pPr>
              <a:defRPr sz="1125" b="0">
                <a:solidFill>
                  <a:srgbClr val="486171"/>
                </a:solidFill>
                <a:latin typeface="Nimbus Sans"/>
                <a:ea typeface="Nimbus Sans"/>
                <a:cs typeface="Nimbus Sans"/>
              </a:defRPr>
            </a:lvl4pPr>
            <a:lvl5pPr>
              <a:defRPr sz="1125" b="0">
                <a:solidFill>
                  <a:srgbClr val="486171"/>
                </a:solidFill>
                <a:latin typeface="Nimbus Sans"/>
                <a:ea typeface="Nimbus Sans"/>
                <a:cs typeface="Nimbus Sans"/>
              </a:defRPr>
            </a:lvl5pPr>
            <a:lvl6pPr>
              <a:defRPr sz="1125" b="0">
                <a:solidFill>
                  <a:srgbClr val="486171"/>
                </a:solidFill>
                <a:latin typeface="Nimbus Sans"/>
                <a:ea typeface="Nimbus Sans"/>
                <a:cs typeface="Nimbus Sans"/>
              </a:defRPr>
            </a:lvl6pPr>
            <a:lvl7pPr>
              <a:defRPr sz="1125" b="0">
                <a:solidFill>
                  <a:srgbClr val="486171"/>
                </a:solidFill>
                <a:latin typeface="Nimbus Sans"/>
                <a:ea typeface="Nimbus Sans"/>
                <a:cs typeface="Nimbus Sans"/>
              </a:defRPr>
            </a:lvl7pPr>
            <a:lvl8pPr>
              <a:defRPr sz="1125" b="0">
                <a:solidFill>
                  <a:srgbClr val="486171"/>
                </a:solidFill>
                <a:latin typeface="Nimbus Sans"/>
                <a:ea typeface="Nimbus Sans"/>
                <a:cs typeface="Nimbus Sans"/>
              </a:defRPr>
            </a:lvl8pPr>
            <a:lvl9pPr>
              <a:defRPr sz="1125" b="0">
                <a:solidFill>
                  <a:srgbClr val="486171"/>
                </a:solidFill>
                <a:latin typeface="Nimbus Sans"/>
                <a:ea typeface="Nimbus Sans"/>
                <a:cs typeface="Nimbus Sans"/>
              </a:defRPr>
            </a:lvl9pPr>
          </a:lstStyle>
          <a:p xmlns:a="http://schemas.openxmlformats.org/drawingml/2006/main">
            <a:pPr>
              <a:defRPr sz="1125" b="0">
                <a:solidFill>
                  <a:srgbClr val="486171"/>
                </a:solidFill>
                <a:latin typeface="Nimbus Sans"/>
                <a:ea typeface="Nimbus Sans"/>
                <a:cs typeface="Nimbus Sans"/>
              </a:defRPr>
            </a:pPr>
            <a:r>
              <a:rPr sz="1125" b="0">
                <a:solidFill>
                  <a:srgbClr val="486171"/>
                </a:solidFill>
                <a:latin typeface="Nimbus Sans"/>
                <a:ea typeface="Nimbus Sans"/>
                <a:cs typeface="Nimbus Sans"/>
              </a:rPr>
              <a:t>3</a:t>
            </a:r>
          </a:p>
        </p:txBody>
      </p:sp>
      <p:sp>
        <p:nvSpPr>
          <p:cNvPr id="5" name="n0">
            <a:extLst xmlns:a="http://schemas.openxmlformats.org/drawingml/2006/main">
              <a:ext uri="{FF2B5EF4-FFF2-40B4-BE49-F238E27FC236}">
                <a16:creationId xmlns:a16="http://schemas.microsoft.com/office/drawing/2014/main" id="{ED684221-4299-4EB8-9757-7076F89FBC81}"/>
              </a:ext>
            </a:extLst>
          </p:cNvPr>
          <p:cNvSpPr>
            <a:spLocks xmlns:a="http://schemas.openxmlformats.org/drawingml/2006/main" noGrp="1"/>
          </p:cNvSpPr>
          <p:nvPr/>
        </p:nvSpPr>
        <p:spPr>
          <a:xfrm xmlns:a="http://schemas.openxmlformats.org/drawingml/2006/main">
            <a:off x="609600" y="1714500"/>
            <a:ext cx="333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5700" b="1">
                <a:solidFill>
                  <a:srgbClr val="087E8B"/>
                </a:solidFill>
                <a:latin typeface="Nimbus Sans"/>
                <a:ea typeface="Nimbus Sans"/>
                <a:cs typeface="Nimbus Sans"/>
              </a:defRPr>
            </a:defPPr>
            <a:lvl1pPr>
              <a:defRPr sz="5700" b="1">
                <a:solidFill>
                  <a:srgbClr val="087E8B"/>
                </a:solidFill>
                <a:latin typeface="Nimbus Sans"/>
                <a:ea typeface="Nimbus Sans"/>
                <a:cs typeface="Nimbus Sans"/>
              </a:defRPr>
            </a:lvl1pPr>
            <a:lvl2pPr>
              <a:defRPr sz="5700" b="1">
                <a:solidFill>
                  <a:srgbClr val="087E8B"/>
                </a:solidFill>
                <a:latin typeface="Nimbus Sans"/>
                <a:ea typeface="Nimbus Sans"/>
                <a:cs typeface="Nimbus Sans"/>
              </a:defRPr>
            </a:lvl2pPr>
            <a:lvl3pPr>
              <a:defRPr sz="5700" b="1">
                <a:solidFill>
                  <a:srgbClr val="087E8B"/>
                </a:solidFill>
                <a:latin typeface="Nimbus Sans"/>
                <a:ea typeface="Nimbus Sans"/>
                <a:cs typeface="Nimbus Sans"/>
              </a:defRPr>
            </a:lvl3pPr>
            <a:lvl4pPr>
              <a:defRPr sz="5700" b="1">
                <a:solidFill>
                  <a:srgbClr val="087E8B"/>
                </a:solidFill>
                <a:latin typeface="Nimbus Sans"/>
                <a:ea typeface="Nimbus Sans"/>
                <a:cs typeface="Nimbus Sans"/>
              </a:defRPr>
            </a:lvl4pPr>
            <a:lvl5pPr>
              <a:defRPr sz="5700" b="1">
                <a:solidFill>
                  <a:srgbClr val="087E8B"/>
                </a:solidFill>
                <a:latin typeface="Nimbus Sans"/>
                <a:ea typeface="Nimbus Sans"/>
                <a:cs typeface="Nimbus Sans"/>
              </a:defRPr>
            </a:lvl5pPr>
            <a:lvl6pPr>
              <a:defRPr sz="5700" b="1">
                <a:solidFill>
                  <a:srgbClr val="087E8B"/>
                </a:solidFill>
                <a:latin typeface="Nimbus Sans"/>
                <a:ea typeface="Nimbus Sans"/>
                <a:cs typeface="Nimbus Sans"/>
              </a:defRPr>
            </a:lvl6pPr>
            <a:lvl7pPr>
              <a:defRPr sz="5700" b="1">
                <a:solidFill>
                  <a:srgbClr val="087E8B"/>
                </a:solidFill>
                <a:latin typeface="Nimbus Sans"/>
                <a:ea typeface="Nimbus Sans"/>
                <a:cs typeface="Nimbus Sans"/>
              </a:defRPr>
            </a:lvl7pPr>
            <a:lvl8pPr>
              <a:defRPr sz="5700" b="1">
                <a:solidFill>
                  <a:srgbClr val="087E8B"/>
                </a:solidFill>
                <a:latin typeface="Nimbus Sans"/>
                <a:ea typeface="Nimbus Sans"/>
                <a:cs typeface="Nimbus Sans"/>
              </a:defRPr>
            </a:lvl8pPr>
            <a:lvl9pPr>
              <a:defRPr sz="5700" b="1">
                <a:solidFill>
                  <a:srgbClr val="087E8B"/>
                </a:solidFill>
                <a:latin typeface="Nimbus Sans"/>
                <a:ea typeface="Nimbus Sans"/>
                <a:cs typeface="Nimbus Sans"/>
              </a:defRPr>
            </a:lvl9pPr>
          </a:lstStyle>
          <a:p xmlns:a="http://schemas.openxmlformats.org/drawingml/2006/main">
            <a:pPr>
              <a:defRPr sz="5700" b="1">
                <a:solidFill>
                  <a:srgbClr val="087E8B"/>
                </a:solidFill>
                <a:latin typeface="Nimbus Sans"/>
                <a:ea typeface="Nimbus Sans"/>
                <a:cs typeface="Nimbus Sans"/>
              </a:defRPr>
            </a:pPr>
            <a:r>
              <a:rPr sz="5700" b="1">
                <a:solidFill>
                  <a:srgbClr val="087E8B"/>
                </a:solidFill>
                <a:latin typeface="Nimbus Sans"/>
                <a:ea typeface="Nimbus Sans"/>
                <a:cs typeface="Nimbus Sans"/>
              </a:rPr>
              <a:t>34</a:t>
            </a:r>
          </a:p>
        </p:txBody>
      </p:sp>
      <p:sp>
        <p:nvSpPr>
          <p:cNvPr id="6" name="l0">
            <a:extLst xmlns:a="http://schemas.openxmlformats.org/drawingml/2006/main">
              <a:ext uri="{FF2B5EF4-FFF2-40B4-BE49-F238E27FC236}">
                <a16:creationId xmlns:a16="http://schemas.microsoft.com/office/drawing/2014/main" id="{8E3BCE23-2992-4D17-8766-74623D3A463D}"/>
              </a:ext>
            </a:extLst>
          </p:cNvPr>
          <p:cNvSpPr>
            <a:spLocks xmlns:a="http://schemas.openxmlformats.org/drawingml/2006/main" noGrp="1"/>
          </p:cNvSpPr>
          <p:nvPr/>
        </p:nvSpPr>
        <p:spPr>
          <a:xfrm xmlns:a="http://schemas.openxmlformats.org/drawingml/2006/main">
            <a:off x="609600" y="2714625"/>
            <a:ext cx="32861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112C40"/>
                </a:solidFill>
                <a:latin typeface="Nimbus Sans"/>
                <a:ea typeface="Nimbus Sans"/>
                <a:cs typeface="Nimbus Sans"/>
              </a:defRPr>
            </a:defPPr>
            <a:lvl1pPr>
              <a:defRPr sz="1875" b="0">
                <a:solidFill>
                  <a:srgbClr val="112C40"/>
                </a:solidFill>
                <a:latin typeface="Nimbus Sans"/>
                <a:ea typeface="Nimbus Sans"/>
                <a:cs typeface="Nimbus Sans"/>
              </a:defRPr>
            </a:lvl1pPr>
            <a:lvl2pPr>
              <a:defRPr sz="1875" b="0">
                <a:solidFill>
                  <a:srgbClr val="112C40"/>
                </a:solidFill>
                <a:latin typeface="Nimbus Sans"/>
                <a:ea typeface="Nimbus Sans"/>
                <a:cs typeface="Nimbus Sans"/>
              </a:defRPr>
            </a:lvl2pPr>
            <a:lvl3pPr>
              <a:defRPr sz="1875" b="0">
                <a:solidFill>
                  <a:srgbClr val="112C40"/>
                </a:solidFill>
                <a:latin typeface="Nimbus Sans"/>
                <a:ea typeface="Nimbus Sans"/>
                <a:cs typeface="Nimbus Sans"/>
              </a:defRPr>
            </a:lvl3pPr>
            <a:lvl4pPr>
              <a:defRPr sz="1875" b="0">
                <a:solidFill>
                  <a:srgbClr val="112C40"/>
                </a:solidFill>
                <a:latin typeface="Nimbus Sans"/>
                <a:ea typeface="Nimbus Sans"/>
                <a:cs typeface="Nimbus Sans"/>
              </a:defRPr>
            </a:lvl4pPr>
            <a:lvl5pPr>
              <a:defRPr sz="1875" b="0">
                <a:solidFill>
                  <a:srgbClr val="112C40"/>
                </a:solidFill>
                <a:latin typeface="Nimbus Sans"/>
                <a:ea typeface="Nimbus Sans"/>
                <a:cs typeface="Nimbus Sans"/>
              </a:defRPr>
            </a:lvl5pPr>
            <a:lvl6pPr>
              <a:defRPr sz="1875" b="0">
                <a:solidFill>
                  <a:srgbClr val="112C40"/>
                </a:solidFill>
                <a:latin typeface="Nimbus Sans"/>
                <a:ea typeface="Nimbus Sans"/>
                <a:cs typeface="Nimbus Sans"/>
              </a:defRPr>
            </a:lvl6pPr>
            <a:lvl7pPr>
              <a:defRPr sz="1875" b="0">
                <a:solidFill>
                  <a:srgbClr val="112C40"/>
                </a:solidFill>
                <a:latin typeface="Nimbus Sans"/>
                <a:ea typeface="Nimbus Sans"/>
                <a:cs typeface="Nimbus Sans"/>
              </a:defRPr>
            </a:lvl7pPr>
            <a:lvl8pPr>
              <a:defRPr sz="1875" b="0">
                <a:solidFill>
                  <a:srgbClr val="112C40"/>
                </a:solidFill>
                <a:latin typeface="Nimbus Sans"/>
                <a:ea typeface="Nimbus Sans"/>
                <a:cs typeface="Nimbus Sans"/>
              </a:defRPr>
            </a:lvl8pPr>
            <a:lvl9pPr>
              <a:defRPr sz="1875" b="0">
                <a:solidFill>
                  <a:srgbClr val="112C40"/>
                </a:solidFill>
                <a:latin typeface="Nimbus Sans"/>
                <a:ea typeface="Nimbus Sans"/>
                <a:cs typeface="Nimbus Sans"/>
              </a:defRPr>
            </a:lvl9pPr>
          </a:lstStyle>
          <a:p xmlns:a="http://schemas.openxmlformats.org/drawingml/2006/main">
            <a:pPr>
              <a:defRPr sz="1875" b="0">
                <a:solidFill>
                  <a:srgbClr val="112C40"/>
                </a:solidFill>
                <a:latin typeface="Nimbus Sans"/>
                <a:ea typeface="Nimbus Sans"/>
                <a:cs typeface="Nimbus Sans"/>
              </a:defRPr>
            </a:pPr>
            <a:r>
              <a:rPr sz="1875" b="0">
                <a:solidFill>
                  <a:srgbClr val="112C40"/>
                </a:solidFill>
                <a:latin typeface="Nimbus Sans"/>
                <a:ea typeface="Nimbus Sans"/>
                <a:cs typeface="Nimbus Sans"/>
              </a:rPr>
              <a:t>public-data samples</a:t>
            </a:r>
          </a:p>
        </p:txBody>
      </p:sp>
      <p:sp>
        <p:nvSpPr>
          <p:cNvPr id="7" name="n1">
            <a:extLst xmlns:a="http://schemas.openxmlformats.org/drawingml/2006/main">
              <a:ext uri="{FF2B5EF4-FFF2-40B4-BE49-F238E27FC236}">
                <a16:creationId xmlns:a16="http://schemas.microsoft.com/office/drawing/2014/main" id="{D49ADDF8-88C4-4C7F-9822-43EC19020BE8}"/>
              </a:ext>
            </a:extLst>
          </p:cNvPr>
          <p:cNvSpPr>
            <a:spLocks xmlns:a="http://schemas.openxmlformats.org/drawingml/2006/main" noGrp="1"/>
          </p:cNvSpPr>
          <p:nvPr/>
        </p:nvSpPr>
        <p:spPr>
          <a:xfrm xmlns:a="http://schemas.openxmlformats.org/drawingml/2006/main">
            <a:off x="4324350" y="1714500"/>
            <a:ext cx="333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5700" b="1">
                <a:solidFill>
                  <a:srgbClr val="087E8B"/>
                </a:solidFill>
                <a:latin typeface="Nimbus Sans"/>
                <a:ea typeface="Nimbus Sans"/>
                <a:cs typeface="Nimbus Sans"/>
              </a:defRPr>
            </a:defPPr>
            <a:lvl1pPr>
              <a:defRPr sz="5700" b="1">
                <a:solidFill>
                  <a:srgbClr val="087E8B"/>
                </a:solidFill>
                <a:latin typeface="Nimbus Sans"/>
                <a:ea typeface="Nimbus Sans"/>
                <a:cs typeface="Nimbus Sans"/>
              </a:defRPr>
            </a:lvl1pPr>
            <a:lvl2pPr>
              <a:defRPr sz="5700" b="1">
                <a:solidFill>
                  <a:srgbClr val="087E8B"/>
                </a:solidFill>
                <a:latin typeface="Nimbus Sans"/>
                <a:ea typeface="Nimbus Sans"/>
                <a:cs typeface="Nimbus Sans"/>
              </a:defRPr>
            </a:lvl2pPr>
            <a:lvl3pPr>
              <a:defRPr sz="5700" b="1">
                <a:solidFill>
                  <a:srgbClr val="087E8B"/>
                </a:solidFill>
                <a:latin typeface="Nimbus Sans"/>
                <a:ea typeface="Nimbus Sans"/>
                <a:cs typeface="Nimbus Sans"/>
              </a:defRPr>
            </a:lvl3pPr>
            <a:lvl4pPr>
              <a:defRPr sz="5700" b="1">
                <a:solidFill>
                  <a:srgbClr val="087E8B"/>
                </a:solidFill>
                <a:latin typeface="Nimbus Sans"/>
                <a:ea typeface="Nimbus Sans"/>
                <a:cs typeface="Nimbus Sans"/>
              </a:defRPr>
            </a:lvl4pPr>
            <a:lvl5pPr>
              <a:defRPr sz="5700" b="1">
                <a:solidFill>
                  <a:srgbClr val="087E8B"/>
                </a:solidFill>
                <a:latin typeface="Nimbus Sans"/>
                <a:ea typeface="Nimbus Sans"/>
                <a:cs typeface="Nimbus Sans"/>
              </a:defRPr>
            </a:lvl5pPr>
            <a:lvl6pPr>
              <a:defRPr sz="5700" b="1">
                <a:solidFill>
                  <a:srgbClr val="087E8B"/>
                </a:solidFill>
                <a:latin typeface="Nimbus Sans"/>
                <a:ea typeface="Nimbus Sans"/>
                <a:cs typeface="Nimbus Sans"/>
              </a:defRPr>
            </a:lvl6pPr>
            <a:lvl7pPr>
              <a:defRPr sz="5700" b="1">
                <a:solidFill>
                  <a:srgbClr val="087E8B"/>
                </a:solidFill>
                <a:latin typeface="Nimbus Sans"/>
                <a:ea typeface="Nimbus Sans"/>
                <a:cs typeface="Nimbus Sans"/>
              </a:defRPr>
            </a:lvl7pPr>
            <a:lvl8pPr>
              <a:defRPr sz="5700" b="1">
                <a:solidFill>
                  <a:srgbClr val="087E8B"/>
                </a:solidFill>
                <a:latin typeface="Nimbus Sans"/>
                <a:ea typeface="Nimbus Sans"/>
                <a:cs typeface="Nimbus Sans"/>
              </a:defRPr>
            </a:lvl8pPr>
            <a:lvl9pPr>
              <a:defRPr sz="5700" b="1">
                <a:solidFill>
                  <a:srgbClr val="087E8B"/>
                </a:solidFill>
                <a:latin typeface="Nimbus Sans"/>
                <a:ea typeface="Nimbus Sans"/>
                <a:cs typeface="Nimbus Sans"/>
              </a:defRPr>
            </a:lvl9pPr>
          </a:lstStyle>
          <a:p xmlns:a="http://schemas.openxmlformats.org/drawingml/2006/main">
            <a:pPr>
              <a:defRPr sz="5700" b="1">
                <a:solidFill>
                  <a:srgbClr val="087E8B"/>
                </a:solidFill>
                <a:latin typeface="Nimbus Sans"/>
                <a:ea typeface="Nimbus Sans"/>
                <a:cs typeface="Nimbus Sans"/>
              </a:defRPr>
            </a:pPr>
            <a:r>
              <a:rPr sz="5700" b="1">
                <a:solidFill>
                  <a:srgbClr val="087E8B"/>
                </a:solidFill>
                <a:latin typeface="Nimbus Sans"/>
                <a:ea typeface="Nimbus Sans"/>
                <a:cs typeface="Nimbus Sans"/>
              </a:rPr>
              <a:t>3</a:t>
            </a:r>
          </a:p>
        </p:txBody>
      </p:sp>
      <p:sp>
        <p:nvSpPr>
          <p:cNvPr id="8" name="l1">
            <a:extLst xmlns:a="http://schemas.openxmlformats.org/drawingml/2006/main">
              <a:ext uri="{FF2B5EF4-FFF2-40B4-BE49-F238E27FC236}">
                <a16:creationId xmlns:a16="http://schemas.microsoft.com/office/drawing/2014/main" id="{860CC5BF-CE26-4D3A-AE99-9A7EA226212D}"/>
              </a:ext>
            </a:extLst>
          </p:cNvPr>
          <p:cNvSpPr>
            <a:spLocks xmlns:a="http://schemas.openxmlformats.org/drawingml/2006/main" noGrp="1"/>
          </p:cNvSpPr>
          <p:nvPr/>
        </p:nvSpPr>
        <p:spPr>
          <a:xfrm xmlns:a="http://schemas.openxmlformats.org/drawingml/2006/main">
            <a:off x="4324350" y="2714625"/>
            <a:ext cx="32861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112C40"/>
                </a:solidFill>
                <a:latin typeface="Nimbus Sans"/>
                <a:ea typeface="Nimbus Sans"/>
                <a:cs typeface="Nimbus Sans"/>
              </a:defRPr>
            </a:defPPr>
            <a:lvl1pPr>
              <a:defRPr sz="1875" b="0">
                <a:solidFill>
                  <a:srgbClr val="112C40"/>
                </a:solidFill>
                <a:latin typeface="Nimbus Sans"/>
                <a:ea typeface="Nimbus Sans"/>
                <a:cs typeface="Nimbus Sans"/>
              </a:defRPr>
            </a:lvl1pPr>
            <a:lvl2pPr>
              <a:defRPr sz="1875" b="0">
                <a:solidFill>
                  <a:srgbClr val="112C40"/>
                </a:solidFill>
                <a:latin typeface="Nimbus Sans"/>
                <a:ea typeface="Nimbus Sans"/>
                <a:cs typeface="Nimbus Sans"/>
              </a:defRPr>
            </a:lvl2pPr>
            <a:lvl3pPr>
              <a:defRPr sz="1875" b="0">
                <a:solidFill>
                  <a:srgbClr val="112C40"/>
                </a:solidFill>
                <a:latin typeface="Nimbus Sans"/>
                <a:ea typeface="Nimbus Sans"/>
                <a:cs typeface="Nimbus Sans"/>
              </a:defRPr>
            </a:lvl3pPr>
            <a:lvl4pPr>
              <a:defRPr sz="1875" b="0">
                <a:solidFill>
                  <a:srgbClr val="112C40"/>
                </a:solidFill>
                <a:latin typeface="Nimbus Sans"/>
                <a:ea typeface="Nimbus Sans"/>
                <a:cs typeface="Nimbus Sans"/>
              </a:defRPr>
            </a:lvl4pPr>
            <a:lvl5pPr>
              <a:defRPr sz="1875" b="0">
                <a:solidFill>
                  <a:srgbClr val="112C40"/>
                </a:solidFill>
                <a:latin typeface="Nimbus Sans"/>
                <a:ea typeface="Nimbus Sans"/>
                <a:cs typeface="Nimbus Sans"/>
              </a:defRPr>
            </a:lvl5pPr>
            <a:lvl6pPr>
              <a:defRPr sz="1875" b="0">
                <a:solidFill>
                  <a:srgbClr val="112C40"/>
                </a:solidFill>
                <a:latin typeface="Nimbus Sans"/>
                <a:ea typeface="Nimbus Sans"/>
                <a:cs typeface="Nimbus Sans"/>
              </a:defRPr>
            </a:lvl6pPr>
            <a:lvl7pPr>
              <a:defRPr sz="1875" b="0">
                <a:solidFill>
                  <a:srgbClr val="112C40"/>
                </a:solidFill>
                <a:latin typeface="Nimbus Sans"/>
                <a:ea typeface="Nimbus Sans"/>
                <a:cs typeface="Nimbus Sans"/>
              </a:defRPr>
            </a:lvl7pPr>
            <a:lvl8pPr>
              <a:defRPr sz="1875" b="0">
                <a:solidFill>
                  <a:srgbClr val="112C40"/>
                </a:solidFill>
                <a:latin typeface="Nimbus Sans"/>
                <a:ea typeface="Nimbus Sans"/>
                <a:cs typeface="Nimbus Sans"/>
              </a:defRPr>
            </a:lvl8pPr>
            <a:lvl9pPr>
              <a:defRPr sz="1875" b="0">
                <a:solidFill>
                  <a:srgbClr val="112C40"/>
                </a:solidFill>
                <a:latin typeface="Nimbus Sans"/>
                <a:ea typeface="Nimbus Sans"/>
                <a:cs typeface="Nimbus Sans"/>
              </a:defRPr>
            </a:lvl9pPr>
          </a:lstStyle>
          <a:p xmlns:a="http://schemas.openxmlformats.org/drawingml/2006/main">
            <a:pPr>
              <a:defRPr sz="1875" b="0">
                <a:solidFill>
                  <a:srgbClr val="112C40"/>
                </a:solidFill>
                <a:latin typeface="Nimbus Sans"/>
                <a:ea typeface="Nimbus Sans"/>
                <a:cs typeface="Nimbus Sans"/>
              </a:defRPr>
            </a:pPr>
            <a:r>
              <a:rPr sz="1875" b="0">
                <a:solidFill>
                  <a:srgbClr val="112C40"/>
                </a:solidFill>
                <a:latin typeface="Nimbus Sans"/>
                <a:ea typeface="Nimbus Sans"/>
                <a:cs typeface="Nimbus Sans"/>
              </a:rPr>
              <a:t>donors in the pilot</a:t>
            </a:r>
          </a:p>
        </p:txBody>
      </p:sp>
      <p:sp>
        <p:nvSpPr>
          <p:cNvPr id="9" name="n2">
            <a:extLst xmlns:a="http://schemas.openxmlformats.org/drawingml/2006/main">
              <a:ext uri="{FF2B5EF4-FFF2-40B4-BE49-F238E27FC236}">
                <a16:creationId xmlns:a16="http://schemas.microsoft.com/office/drawing/2014/main" id="{BFAB65E8-9952-47F4-BF09-3C14A763BB8B}"/>
              </a:ext>
            </a:extLst>
          </p:cNvPr>
          <p:cNvSpPr>
            <a:spLocks xmlns:a="http://schemas.openxmlformats.org/drawingml/2006/main" noGrp="1"/>
          </p:cNvSpPr>
          <p:nvPr/>
        </p:nvSpPr>
        <p:spPr>
          <a:xfrm xmlns:a="http://schemas.openxmlformats.org/drawingml/2006/main">
            <a:off x="8039100" y="1714500"/>
            <a:ext cx="333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5700" b="1">
                <a:solidFill>
                  <a:srgbClr val="087E8B"/>
                </a:solidFill>
                <a:latin typeface="Nimbus Sans"/>
                <a:ea typeface="Nimbus Sans"/>
                <a:cs typeface="Nimbus Sans"/>
              </a:defRPr>
            </a:defPPr>
            <a:lvl1pPr>
              <a:defRPr sz="5700" b="1">
                <a:solidFill>
                  <a:srgbClr val="087E8B"/>
                </a:solidFill>
                <a:latin typeface="Nimbus Sans"/>
                <a:ea typeface="Nimbus Sans"/>
                <a:cs typeface="Nimbus Sans"/>
              </a:defRPr>
            </a:lvl1pPr>
            <a:lvl2pPr>
              <a:defRPr sz="5700" b="1">
                <a:solidFill>
                  <a:srgbClr val="087E8B"/>
                </a:solidFill>
                <a:latin typeface="Nimbus Sans"/>
                <a:ea typeface="Nimbus Sans"/>
                <a:cs typeface="Nimbus Sans"/>
              </a:defRPr>
            </a:lvl2pPr>
            <a:lvl3pPr>
              <a:defRPr sz="5700" b="1">
                <a:solidFill>
                  <a:srgbClr val="087E8B"/>
                </a:solidFill>
                <a:latin typeface="Nimbus Sans"/>
                <a:ea typeface="Nimbus Sans"/>
                <a:cs typeface="Nimbus Sans"/>
              </a:defRPr>
            </a:lvl3pPr>
            <a:lvl4pPr>
              <a:defRPr sz="5700" b="1">
                <a:solidFill>
                  <a:srgbClr val="087E8B"/>
                </a:solidFill>
                <a:latin typeface="Nimbus Sans"/>
                <a:ea typeface="Nimbus Sans"/>
                <a:cs typeface="Nimbus Sans"/>
              </a:defRPr>
            </a:lvl4pPr>
            <a:lvl5pPr>
              <a:defRPr sz="5700" b="1">
                <a:solidFill>
                  <a:srgbClr val="087E8B"/>
                </a:solidFill>
                <a:latin typeface="Nimbus Sans"/>
                <a:ea typeface="Nimbus Sans"/>
                <a:cs typeface="Nimbus Sans"/>
              </a:defRPr>
            </a:lvl5pPr>
            <a:lvl6pPr>
              <a:defRPr sz="5700" b="1">
                <a:solidFill>
                  <a:srgbClr val="087E8B"/>
                </a:solidFill>
                <a:latin typeface="Nimbus Sans"/>
                <a:ea typeface="Nimbus Sans"/>
                <a:cs typeface="Nimbus Sans"/>
              </a:defRPr>
            </a:lvl6pPr>
            <a:lvl7pPr>
              <a:defRPr sz="5700" b="1">
                <a:solidFill>
                  <a:srgbClr val="087E8B"/>
                </a:solidFill>
                <a:latin typeface="Nimbus Sans"/>
                <a:ea typeface="Nimbus Sans"/>
                <a:cs typeface="Nimbus Sans"/>
              </a:defRPr>
            </a:lvl7pPr>
            <a:lvl8pPr>
              <a:defRPr sz="5700" b="1">
                <a:solidFill>
                  <a:srgbClr val="087E8B"/>
                </a:solidFill>
                <a:latin typeface="Nimbus Sans"/>
                <a:ea typeface="Nimbus Sans"/>
                <a:cs typeface="Nimbus Sans"/>
              </a:defRPr>
            </a:lvl8pPr>
            <a:lvl9pPr>
              <a:defRPr sz="5700" b="1">
                <a:solidFill>
                  <a:srgbClr val="087E8B"/>
                </a:solidFill>
                <a:latin typeface="Nimbus Sans"/>
                <a:ea typeface="Nimbus Sans"/>
                <a:cs typeface="Nimbus Sans"/>
              </a:defRPr>
            </a:lvl9pPr>
          </a:lstStyle>
          <a:p xmlns:a="http://schemas.openxmlformats.org/drawingml/2006/main">
            <a:pPr>
              <a:defRPr sz="5700" b="1">
                <a:solidFill>
                  <a:srgbClr val="087E8B"/>
                </a:solidFill>
                <a:latin typeface="Nimbus Sans"/>
                <a:ea typeface="Nimbus Sans"/>
                <a:cs typeface="Nimbus Sans"/>
              </a:defRPr>
            </a:pPr>
            <a:r>
              <a:rPr sz="5700" b="1">
                <a:solidFill>
                  <a:srgbClr val="087E8B"/>
                </a:solidFill>
                <a:latin typeface="Nimbus Sans"/>
                <a:ea typeface="Nimbus Sans"/>
                <a:cs typeface="Nimbus Sans"/>
              </a:rPr>
              <a:t>6</a:t>
            </a:r>
          </a:p>
        </p:txBody>
      </p:sp>
      <p:sp>
        <p:nvSpPr>
          <p:cNvPr id="10" name="l2">
            <a:extLst xmlns:a="http://schemas.openxmlformats.org/drawingml/2006/main">
              <a:ext uri="{FF2B5EF4-FFF2-40B4-BE49-F238E27FC236}">
                <a16:creationId xmlns:a16="http://schemas.microsoft.com/office/drawing/2014/main" id="{04C884AE-70DE-4C52-B89F-F9D17C147C8E}"/>
              </a:ext>
            </a:extLst>
          </p:cNvPr>
          <p:cNvSpPr>
            <a:spLocks xmlns:a="http://schemas.openxmlformats.org/drawingml/2006/main" noGrp="1"/>
          </p:cNvSpPr>
          <p:nvPr/>
        </p:nvSpPr>
        <p:spPr>
          <a:xfrm xmlns:a="http://schemas.openxmlformats.org/drawingml/2006/main">
            <a:off x="8039100" y="2714625"/>
            <a:ext cx="32861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112C40"/>
                </a:solidFill>
                <a:latin typeface="Nimbus Sans"/>
                <a:ea typeface="Nimbus Sans"/>
                <a:cs typeface="Nimbus Sans"/>
              </a:defRPr>
            </a:defPPr>
            <a:lvl1pPr>
              <a:defRPr sz="1875" b="0">
                <a:solidFill>
                  <a:srgbClr val="112C40"/>
                </a:solidFill>
                <a:latin typeface="Nimbus Sans"/>
                <a:ea typeface="Nimbus Sans"/>
                <a:cs typeface="Nimbus Sans"/>
              </a:defRPr>
            </a:lvl1pPr>
            <a:lvl2pPr>
              <a:defRPr sz="1875" b="0">
                <a:solidFill>
                  <a:srgbClr val="112C40"/>
                </a:solidFill>
                <a:latin typeface="Nimbus Sans"/>
                <a:ea typeface="Nimbus Sans"/>
                <a:cs typeface="Nimbus Sans"/>
              </a:defRPr>
            </a:lvl2pPr>
            <a:lvl3pPr>
              <a:defRPr sz="1875" b="0">
                <a:solidFill>
                  <a:srgbClr val="112C40"/>
                </a:solidFill>
                <a:latin typeface="Nimbus Sans"/>
                <a:ea typeface="Nimbus Sans"/>
                <a:cs typeface="Nimbus Sans"/>
              </a:defRPr>
            </a:lvl3pPr>
            <a:lvl4pPr>
              <a:defRPr sz="1875" b="0">
                <a:solidFill>
                  <a:srgbClr val="112C40"/>
                </a:solidFill>
                <a:latin typeface="Nimbus Sans"/>
                <a:ea typeface="Nimbus Sans"/>
                <a:cs typeface="Nimbus Sans"/>
              </a:defRPr>
            </a:lvl4pPr>
            <a:lvl5pPr>
              <a:defRPr sz="1875" b="0">
                <a:solidFill>
                  <a:srgbClr val="112C40"/>
                </a:solidFill>
                <a:latin typeface="Nimbus Sans"/>
                <a:ea typeface="Nimbus Sans"/>
                <a:cs typeface="Nimbus Sans"/>
              </a:defRPr>
            </a:lvl5pPr>
            <a:lvl6pPr>
              <a:defRPr sz="1875" b="0">
                <a:solidFill>
                  <a:srgbClr val="112C40"/>
                </a:solidFill>
                <a:latin typeface="Nimbus Sans"/>
                <a:ea typeface="Nimbus Sans"/>
                <a:cs typeface="Nimbus Sans"/>
              </a:defRPr>
            </a:lvl6pPr>
            <a:lvl7pPr>
              <a:defRPr sz="1875" b="0">
                <a:solidFill>
                  <a:srgbClr val="112C40"/>
                </a:solidFill>
                <a:latin typeface="Nimbus Sans"/>
                <a:ea typeface="Nimbus Sans"/>
                <a:cs typeface="Nimbus Sans"/>
              </a:defRPr>
            </a:lvl7pPr>
            <a:lvl8pPr>
              <a:defRPr sz="1875" b="0">
                <a:solidFill>
                  <a:srgbClr val="112C40"/>
                </a:solidFill>
                <a:latin typeface="Nimbus Sans"/>
                <a:ea typeface="Nimbus Sans"/>
                <a:cs typeface="Nimbus Sans"/>
              </a:defRPr>
            </a:lvl8pPr>
            <a:lvl9pPr>
              <a:defRPr sz="1875" b="0">
                <a:solidFill>
                  <a:srgbClr val="112C40"/>
                </a:solidFill>
                <a:latin typeface="Nimbus Sans"/>
                <a:ea typeface="Nimbus Sans"/>
                <a:cs typeface="Nimbus Sans"/>
              </a:defRPr>
            </a:lvl9pPr>
          </a:lstStyle>
          <a:p xmlns:a="http://schemas.openxmlformats.org/drawingml/2006/main">
            <a:pPr>
              <a:defRPr sz="1875" b="0">
                <a:solidFill>
                  <a:srgbClr val="112C40"/>
                </a:solidFill>
                <a:latin typeface="Nimbus Sans"/>
                <a:ea typeface="Nimbus Sans"/>
                <a:cs typeface="Nimbus Sans"/>
              </a:defRPr>
            </a:pPr>
            <a:r>
              <a:rPr sz="1875" b="0">
                <a:solidFill>
                  <a:srgbClr val="112C40"/>
                </a:solidFill>
                <a:latin typeface="Nimbus Sans"/>
                <a:ea typeface="Nimbus Sans"/>
                <a:cs typeface="Nimbus Sans"/>
              </a:rPr>
              <a:t>synthetic benchmark settings</a:t>
            </a:r>
          </a:p>
        </p:txBody>
      </p:sp>
      <p:sp>
        <p:nvSpPr>
          <p:cNvPr id="11" name="classifier">
            <a:extLst xmlns:a="http://schemas.openxmlformats.org/drawingml/2006/main">
              <a:ext uri="{FF2B5EF4-FFF2-40B4-BE49-F238E27FC236}">
                <a16:creationId xmlns:a16="http://schemas.microsoft.com/office/drawing/2014/main" id="{AA01E68D-8D87-46D0-BDF2-BA140D40F9D1}"/>
              </a:ext>
            </a:extLst>
          </p:cNvPr>
          <p:cNvSpPr>
            <a:spLocks xmlns:a="http://schemas.openxmlformats.org/drawingml/2006/main" noGrp="1"/>
          </p:cNvSpPr>
          <p:nvPr/>
        </p:nvSpPr>
        <p:spPr>
          <a:xfrm xmlns:a="http://schemas.openxmlformats.org/drawingml/2006/main">
            <a:off x="609600" y="3714750"/>
            <a:ext cx="10953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1">
                <a:solidFill>
                  <a:srgbClr val="112C40"/>
                </a:solidFill>
                <a:latin typeface="Nimbus Sans"/>
                <a:ea typeface="Nimbus Sans"/>
                <a:cs typeface="Nimbus Sans"/>
              </a:defRPr>
            </a:defPPr>
            <a:lvl1pPr>
              <a:defRPr sz="2325" b="1">
                <a:solidFill>
                  <a:srgbClr val="112C40"/>
                </a:solidFill>
                <a:latin typeface="Nimbus Sans"/>
                <a:ea typeface="Nimbus Sans"/>
                <a:cs typeface="Nimbus Sans"/>
              </a:defRPr>
            </a:lvl1pPr>
            <a:lvl2pPr>
              <a:defRPr sz="2325" b="1">
                <a:solidFill>
                  <a:srgbClr val="112C40"/>
                </a:solidFill>
                <a:latin typeface="Nimbus Sans"/>
                <a:ea typeface="Nimbus Sans"/>
                <a:cs typeface="Nimbus Sans"/>
              </a:defRPr>
            </a:lvl2pPr>
            <a:lvl3pPr>
              <a:defRPr sz="2325" b="1">
                <a:solidFill>
                  <a:srgbClr val="112C40"/>
                </a:solidFill>
                <a:latin typeface="Nimbus Sans"/>
                <a:ea typeface="Nimbus Sans"/>
                <a:cs typeface="Nimbus Sans"/>
              </a:defRPr>
            </a:lvl3pPr>
            <a:lvl4pPr>
              <a:defRPr sz="2325" b="1">
                <a:solidFill>
                  <a:srgbClr val="112C40"/>
                </a:solidFill>
                <a:latin typeface="Nimbus Sans"/>
                <a:ea typeface="Nimbus Sans"/>
                <a:cs typeface="Nimbus Sans"/>
              </a:defRPr>
            </a:lvl4pPr>
            <a:lvl5pPr>
              <a:defRPr sz="2325" b="1">
                <a:solidFill>
                  <a:srgbClr val="112C40"/>
                </a:solidFill>
                <a:latin typeface="Nimbus Sans"/>
                <a:ea typeface="Nimbus Sans"/>
                <a:cs typeface="Nimbus Sans"/>
              </a:defRPr>
            </a:lvl5pPr>
            <a:lvl6pPr>
              <a:defRPr sz="2325" b="1">
                <a:solidFill>
                  <a:srgbClr val="112C40"/>
                </a:solidFill>
                <a:latin typeface="Nimbus Sans"/>
                <a:ea typeface="Nimbus Sans"/>
                <a:cs typeface="Nimbus Sans"/>
              </a:defRPr>
            </a:lvl6pPr>
            <a:lvl7pPr>
              <a:defRPr sz="2325" b="1">
                <a:solidFill>
                  <a:srgbClr val="112C40"/>
                </a:solidFill>
                <a:latin typeface="Nimbus Sans"/>
                <a:ea typeface="Nimbus Sans"/>
                <a:cs typeface="Nimbus Sans"/>
              </a:defRPr>
            </a:lvl7pPr>
            <a:lvl8pPr>
              <a:defRPr sz="2325" b="1">
                <a:solidFill>
                  <a:srgbClr val="112C40"/>
                </a:solidFill>
                <a:latin typeface="Nimbus Sans"/>
                <a:ea typeface="Nimbus Sans"/>
                <a:cs typeface="Nimbus Sans"/>
              </a:defRPr>
            </a:lvl8pPr>
            <a:lvl9pPr>
              <a:defRPr sz="2325" b="1">
                <a:solidFill>
                  <a:srgbClr val="112C40"/>
                </a:solidFill>
                <a:latin typeface="Nimbus Sans"/>
                <a:ea typeface="Nimbus Sans"/>
                <a:cs typeface="Nimbus Sans"/>
              </a:defRPr>
            </a:lvl9pPr>
          </a:lstStyle>
          <a:p xmlns:a="http://schemas.openxmlformats.org/drawingml/2006/main">
            <a:pPr>
              <a:defRPr sz="2325" b="1">
                <a:solidFill>
                  <a:srgbClr val="112C40"/>
                </a:solidFill>
                <a:latin typeface="Nimbus Sans"/>
                <a:ea typeface="Nimbus Sans"/>
                <a:cs typeface="Nimbus Sans"/>
              </a:defRPr>
            </a:pPr>
            <a:r>
              <a:rPr sz="2325" b="1">
                <a:solidFill>
                  <a:srgbClr val="112C40"/>
                </a:solidFill>
                <a:latin typeface="Nimbus Sans"/>
                <a:ea typeface="Nimbus Sans"/>
                <a:cs typeface="Nimbus Sans"/>
              </a:rPr>
              <a:t>The reported AUROC of 1.00 measures treatment classification. It does not measure restored function or biological rejuvenation.</a:t>
            </a:r>
          </a:p>
        </p:txBody>
      </p:sp>
      <p:sp>
        <p:nvSpPr>
          <p:cNvPr id="12" name="limits">
            <a:extLst xmlns:a="http://schemas.openxmlformats.org/drawingml/2006/main">
              <a:ext uri="{FF2B5EF4-FFF2-40B4-BE49-F238E27FC236}">
                <a16:creationId xmlns:a16="http://schemas.microsoft.com/office/drawing/2014/main" id="{57E87693-EF2B-4104-B765-1138EC76C4E4}"/>
              </a:ext>
            </a:extLst>
          </p:cNvPr>
          <p:cNvSpPr>
            <a:spLocks xmlns:a="http://schemas.openxmlformats.org/drawingml/2006/main" noGrp="1"/>
          </p:cNvSpPr>
          <p:nvPr/>
        </p:nvSpPr>
        <p:spPr>
          <a:xfrm xmlns:a="http://schemas.openxmlformats.org/drawingml/2006/main">
            <a:off x="609600" y="4905375"/>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486171"/>
                </a:solidFill>
                <a:latin typeface="Nimbus Sans"/>
                <a:ea typeface="Nimbus Sans"/>
                <a:cs typeface="Nimbus Sans"/>
              </a:defRPr>
            </a:defPPr>
            <a:lvl1pPr>
              <a:defRPr sz="2100" b="0">
                <a:solidFill>
                  <a:srgbClr val="486171"/>
                </a:solidFill>
                <a:latin typeface="Nimbus Sans"/>
                <a:ea typeface="Nimbus Sans"/>
                <a:cs typeface="Nimbus Sans"/>
              </a:defRPr>
            </a:lvl1pPr>
            <a:lvl2pPr>
              <a:defRPr sz="2100" b="0">
                <a:solidFill>
                  <a:srgbClr val="486171"/>
                </a:solidFill>
                <a:latin typeface="Nimbus Sans"/>
                <a:ea typeface="Nimbus Sans"/>
                <a:cs typeface="Nimbus Sans"/>
              </a:defRPr>
            </a:lvl2pPr>
            <a:lvl3pPr>
              <a:defRPr sz="2100" b="0">
                <a:solidFill>
                  <a:srgbClr val="486171"/>
                </a:solidFill>
                <a:latin typeface="Nimbus Sans"/>
                <a:ea typeface="Nimbus Sans"/>
                <a:cs typeface="Nimbus Sans"/>
              </a:defRPr>
            </a:lvl3pPr>
            <a:lvl4pPr>
              <a:defRPr sz="2100" b="0">
                <a:solidFill>
                  <a:srgbClr val="486171"/>
                </a:solidFill>
                <a:latin typeface="Nimbus Sans"/>
                <a:ea typeface="Nimbus Sans"/>
                <a:cs typeface="Nimbus Sans"/>
              </a:defRPr>
            </a:lvl4pPr>
            <a:lvl5pPr>
              <a:defRPr sz="2100" b="0">
                <a:solidFill>
                  <a:srgbClr val="486171"/>
                </a:solidFill>
                <a:latin typeface="Nimbus Sans"/>
                <a:ea typeface="Nimbus Sans"/>
                <a:cs typeface="Nimbus Sans"/>
              </a:defRPr>
            </a:lvl5pPr>
            <a:lvl6pPr>
              <a:defRPr sz="2100" b="0">
                <a:solidFill>
                  <a:srgbClr val="486171"/>
                </a:solidFill>
                <a:latin typeface="Nimbus Sans"/>
                <a:ea typeface="Nimbus Sans"/>
                <a:cs typeface="Nimbus Sans"/>
              </a:defRPr>
            </a:lvl6pPr>
            <a:lvl7pPr>
              <a:defRPr sz="2100" b="0">
                <a:solidFill>
                  <a:srgbClr val="486171"/>
                </a:solidFill>
                <a:latin typeface="Nimbus Sans"/>
                <a:ea typeface="Nimbus Sans"/>
                <a:cs typeface="Nimbus Sans"/>
              </a:defRPr>
            </a:lvl7pPr>
            <a:lvl8pPr>
              <a:defRPr sz="2100" b="0">
                <a:solidFill>
                  <a:srgbClr val="486171"/>
                </a:solidFill>
                <a:latin typeface="Nimbus Sans"/>
                <a:ea typeface="Nimbus Sans"/>
                <a:cs typeface="Nimbus Sans"/>
              </a:defRPr>
            </a:lvl8pPr>
            <a:lvl9pPr>
              <a:defRPr sz="2100" b="0">
                <a:solidFill>
                  <a:srgbClr val="486171"/>
                </a:solidFill>
                <a:latin typeface="Nimbus Sans"/>
                <a:ea typeface="Nimbus Sans"/>
                <a:cs typeface="Nimbus Sans"/>
              </a:defRPr>
            </a:lvl9pPr>
          </a:lstStyle>
          <a:p xmlns:a="http://schemas.openxmlformats.org/drawingml/2006/main">
            <a:pPr>
              <a:defRPr sz="2100" b="0">
                <a:solidFill>
                  <a:srgbClr val="486171"/>
                </a:solidFill>
                <a:latin typeface="Nimbus Sans"/>
                <a:ea typeface="Nimbus Sans"/>
                <a:cs typeface="Nimbus Sans"/>
              </a:defRPr>
            </a:pPr>
            <a:r>
              <a:rPr sz="2100" b="0">
                <a:solidFill>
                  <a:srgbClr val="486171"/>
                </a:solidFill>
                <a:latin typeface="Nimbus Sans"/>
                <a:ea typeface="Nimbus Sans"/>
                <a:cs typeface="Nimbus Sans"/>
              </a:rPr>
              <a:t>Prospective biology must establish efficacy, a validated target and a usable safety window. No clinical result or lifespan extension is claimed.</a:t>
            </a:r>
          </a:p>
        </p:txBody>
      </p:sp>
    </p:spTree>
    <p:extLst>
      <p:ext uri="{BB962C8B-B14F-4D97-AF65-F5344CB8AC3E}">
        <p14:creationId xmlns:p14="http://schemas.microsoft.com/office/powerpoint/2010/main" val="1418929068"/>
      </p:ext>
    </p:extLst>
  </p:cSld>
</p:sld>
</file>

<file path=ppt/slides/slide4.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18" name="title">
            <a:extLst xmlns:a="http://schemas.openxmlformats.org/drawingml/2006/main">
              <a:ext uri="{FF2B5EF4-FFF2-40B4-BE49-F238E27FC236}">
                <a16:creationId xmlns:a16="http://schemas.microsoft.com/office/drawing/2014/main" id="{1C7B0271-F54F-4658-B730-001D6AE2CD64}"/>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12C40"/>
                </a:solidFill>
                <a:latin typeface="Nimbus Sans"/>
                <a:ea typeface="Nimbus Sans"/>
                <a:cs typeface="Nimbus Sans"/>
              </a:defRPr>
            </a:defPPr>
            <a:lvl1pPr>
              <a:defRPr sz="3225" b="1">
                <a:solidFill>
                  <a:srgbClr val="112C40"/>
                </a:solidFill>
                <a:latin typeface="Nimbus Sans"/>
                <a:ea typeface="Nimbus Sans"/>
                <a:cs typeface="Nimbus Sans"/>
              </a:defRPr>
            </a:lvl1pPr>
            <a:lvl2pPr>
              <a:defRPr sz="3225" b="1">
                <a:solidFill>
                  <a:srgbClr val="112C40"/>
                </a:solidFill>
                <a:latin typeface="Nimbus Sans"/>
                <a:ea typeface="Nimbus Sans"/>
                <a:cs typeface="Nimbus Sans"/>
              </a:defRPr>
            </a:lvl2pPr>
            <a:lvl3pPr>
              <a:defRPr sz="3225" b="1">
                <a:solidFill>
                  <a:srgbClr val="112C40"/>
                </a:solidFill>
                <a:latin typeface="Nimbus Sans"/>
                <a:ea typeface="Nimbus Sans"/>
                <a:cs typeface="Nimbus Sans"/>
              </a:defRPr>
            </a:lvl3pPr>
            <a:lvl4pPr>
              <a:defRPr sz="3225" b="1">
                <a:solidFill>
                  <a:srgbClr val="112C40"/>
                </a:solidFill>
                <a:latin typeface="Nimbus Sans"/>
                <a:ea typeface="Nimbus Sans"/>
                <a:cs typeface="Nimbus Sans"/>
              </a:defRPr>
            </a:lvl4pPr>
            <a:lvl5pPr>
              <a:defRPr sz="3225" b="1">
                <a:solidFill>
                  <a:srgbClr val="112C40"/>
                </a:solidFill>
                <a:latin typeface="Nimbus Sans"/>
                <a:ea typeface="Nimbus Sans"/>
                <a:cs typeface="Nimbus Sans"/>
              </a:defRPr>
            </a:lvl5pPr>
            <a:lvl6pPr>
              <a:defRPr sz="3225" b="1">
                <a:solidFill>
                  <a:srgbClr val="112C40"/>
                </a:solidFill>
                <a:latin typeface="Nimbus Sans"/>
                <a:ea typeface="Nimbus Sans"/>
                <a:cs typeface="Nimbus Sans"/>
              </a:defRPr>
            </a:lvl6pPr>
            <a:lvl7pPr>
              <a:defRPr sz="3225" b="1">
                <a:solidFill>
                  <a:srgbClr val="112C40"/>
                </a:solidFill>
                <a:latin typeface="Nimbus Sans"/>
                <a:ea typeface="Nimbus Sans"/>
                <a:cs typeface="Nimbus Sans"/>
              </a:defRPr>
            </a:lvl7pPr>
            <a:lvl8pPr>
              <a:defRPr sz="3225" b="1">
                <a:solidFill>
                  <a:srgbClr val="112C40"/>
                </a:solidFill>
                <a:latin typeface="Nimbus Sans"/>
                <a:ea typeface="Nimbus Sans"/>
                <a:cs typeface="Nimbus Sans"/>
              </a:defRPr>
            </a:lvl8pPr>
            <a:lvl9pPr>
              <a:defRPr sz="3225" b="1">
                <a:solidFill>
                  <a:srgbClr val="112C40"/>
                </a:solidFill>
                <a:latin typeface="Nimbus Sans"/>
                <a:ea typeface="Nimbus Sans"/>
                <a:cs typeface="Nimbus Sans"/>
              </a:defRPr>
            </a:lvl9pPr>
          </a:lstStyle>
          <a:p xmlns:a="http://schemas.openxmlformats.org/drawingml/2006/main">
            <a:pPr>
              <a:defRPr sz="3225" b="1">
                <a:solidFill>
                  <a:srgbClr val="112C40"/>
                </a:solidFill>
                <a:latin typeface="Nimbus Sans"/>
                <a:ea typeface="Nimbus Sans"/>
                <a:cs typeface="Nimbus Sans"/>
              </a:defRPr>
            </a:pPr>
            <a:r>
              <a:rPr sz="3225" b="1">
                <a:solidFill>
                  <a:srgbClr val="112C40"/>
                </a:solidFill>
                <a:latin typeface="Nimbus Sans"/>
                <a:ea typeface="Nimbus Sans"/>
                <a:cs typeface="Nimbus Sans"/>
              </a:rPr>
              <a:t>AI priorities face prospective biological tests</a:t>
            </a:r>
          </a:p>
        </p:txBody>
      </p:sp>
      <p:sp>
        <p:nvSpPr>
          <p:cNvPr id="2" name="rule">
            <a:extLst xmlns:a="http://schemas.openxmlformats.org/drawingml/2006/main">
              <a:ext uri="{FF2B5EF4-FFF2-40B4-BE49-F238E27FC236}">
                <a16:creationId xmlns:a16="http://schemas.microsoft.com/office/drawing/2014/main" id="{F4223060-0793-4AAA-A3B7-1F8AF43C6FA1}"/>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87E8B"/>
          </a:solidFill>
          <a:ln xmlns:a="http://schemas.openxmlformats.org/drawingml/2006/main" w="0">
            <a:noFill/>
            <a:prstDash val="solid"/>
          </a:ln>
        </p:spPr>
      </p:sp>
      <p:sp>
        <p:nvSpPr>
          <p:cNvPr id="3" name="footer">
            <a:extLst xmlns:a="http://schemas.openxmlformats.org/drawingml/2006/main">
              <a:ext uri="{FF2B5EF4-FFF2-40B4-BE49-F238E27FC236}">
                <a16:creationId xmlns:a16="http://schemas.microsoft.com/office/drawing/2014/main" id="{466FF3BD-41E5-45B7-8919-7AF994F1CFF0}"/>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486171"/>
                </a:solidFill>
                <a:latin typeface="Nimbus Sans"/>
                <a:ea typeface="Nimbus Sans"/>
                <a:cs typeface="Nimbus Sans"/>
              </a:defRPr>
            </a:defPPr>
            <a:lvl1pPr>
              <a:defRPr sz="1125" b="0">
                <a:solidFill>
                  <a:srgbClr val="486171"/>
                </a:solidFill>
                <a:latin typeface="Nimbus Sans"/>
                <a:ea typeface="Nimbus Sans"/>
                <a:cs typeface="Nimbus Sans"/>
              </a:defRPr>
            </a:lvl1pPr>
            <a:lvl2pPr>
              <a:defRPr sz="1125" b="0">
                <a:solidFill>
                  <a:srgbClr val="486171"/>
                </a:solidFill>
                <a:latin typeface="Nimbus Sans"/>
                <a:ea typeface="Nimbus Sans"/>
                <a:cs typeface="Nimbus Sans"/>
              </a:defRPr>
            </a:lvl2pPr>
            <a:lvl3pPr>
              <a:defRPr sz="1125" b="0">
                <a:solidFill>
                  <a:srgbClr val="486171"/>
                </a:solidFill>
                <a:latin typeface="Nimbus Sans"/>
                <a:ea typeface="Nimbus Sans"/>
                <a:cs typeface="Nimbus Sans"/>
              </a:defRPr>
            </a:lvl3pPr>
            <a:lvl4pPr>
              <a:defRPr sz="1125" b="0">
                <a:solidFill>
                  <a:srgbClr val="486171"/>
                </a:solidFill>
                <a:latin typeface="Nimbus Sans"/>
                <a:ea typeface="Nimbus Sans"/>
                <a:cs typeface="Nimbus Sans"/>
              </a:defRPr>
            </a:lvl4pPr>
            <a:lvl5pPr>
              <a:defRPr sz="1125" b="0">
                <a:solidFill>
                  <a:srgbClr val="486171"/>
                </a:solidFill>
                <a:latin typeface="Nimbus Sans"/>
                <a:ea typeface="Nimbus Sans"/>
                <a:cs typeface="Nimbus Sans"/>
              </a:defRPr>
            </a:lvl5pPr>
            <a:lvl6pPr>
              <a:defRPr sz="1125" b="0">
                <a:solidFill>
                  <a:srgbClr val="486171"/>
                </a:solidFill>
                <a:latin typeface="Nimbus Sans"/>
                <a:ea typeface="Nimbus Sans"/>
                <a:cs typeface="Nimbus Sans"/>
              </a:defRPr>
            </a:lvl6pPr>
            <a:lvl7pPr>
              <a:defRPr sz="1125" b="0">
                <a:solidFill>
                  <a:srgbClr val="486171"/>
                </a:solidFill>
                <a:latin typeface="Nimbus Sans"/>
                <a:ea typeface="Nimbus Sans"/>
                <a:cs typeface="Nimbus Sans"/>
              </a:defRPr>
            </a:lvl7pPr>
            <a:lvl8pPr>
              <a:defRPr sz="1125" b="0">
                <a:solidFill>
                  <a:srgbClr val="486171"/>
                </a:solidFill>
                <a:latin typeface="Nimbus Sans"/>
                <a:ea typeface="Nimbus Sans"/>
                <a:cs typeface="Nimbus Sans"/>
              </a:defRPr>
            </a:lvl8pPr>
            <a:lvl9pPr>
              <a:defRPr sz="1125" b="0">
                <a:solidFill>
                  <a:srgbClr val="486171"/>
                </a:solidFill>
                <a:latin typeface="Nimbus Sans"/>
                <a:ea typeface="Nimbus Sans"/>
                <a:cs typeface="Nimbus Sans"/>
              </a:defRPr>
            </a:lvl9pPr>
          </a:lstStyle>
          <a:p xmlns:a="http://schemas.openxmlformats.org/drawingml/2006/main">
            <a:pPr>
              <a:defRPr sz="1125" b="0">
                <a:solidFill>
                  <a:srgbClr val="486171"/>
                </a:solidFill>
                <a:latin typeface="Nimbus Sans"/>
                <a:ea typeface="Nimbus Sans"/>
                <a:cs typeface="Nimbus Sans"/>
              </a:defRPr>
            </a:pPr>
            <a:r>
              <a:rPr sz="1125" b="0">
                <a:solidFill>
                  <a:srgbClr val="486171"/>
                </a:solidFill>
                <a:latin typeface="Nimbus Sans"/>
                <a:ea typeface="Nimbus Sans"/>
                <a:cs typeface="Nimbus Sans"/>
              </a:rPr>
              <a:t>White paper pp. 6–9</a:t>
            </a:r>
          </a:p>
        </p:txBody>
      </p:sp>
      <p:sp>
        <p:nvSpPr>
          <p:cNvPr id="4" name="page">
            <a:extLst xmlns:a="http://schemas.openxmlformats.org/drawingml/2006/main">
              <a:ext uri="{FF2B5EF4-FFF2-40B4-BE49-F238E27FC236}">
                <a16:creationId xmlns:a16="http://schemas.microsoft.com/office/drawing/2014/main" id="{F56B024F-82E2-4B3E-9259-74C1F3B58203}"/>
              </a:ext>
            </a:extLst>
          </p:cNvPr>
          <p:cNvSpPr>
            <a:spLocks xmlns:a="http://schemas.openxmlformats.org/drawingml/2006/main" noGrp="1"/>
          </p:cNvSpPr>
          <p:nvPr/>
        </p:nvSpPr>
        <p:spPr>
          <a:xfrm xmlns:a="http://schemas.openxmlformats.org/drawingml/2006/main">
            <a:off x="11172825" y="6429375"/>
            <a:ext cx="4095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486171"/>
                </a:solidFill>
                <a:latin typeface="Nimbus Sans"/>
                <a:ea typeface="Nimbus Sans"/>
                <a:cs typeface="Nimbus Sans"/>
              </a:defRPr>
            </a:defPPr>
            <a:lvl1pPr>
              <a:defRPr sz="1125" b="0">
                <a:solidFill>
                  <a:srgbClr val="486171"/>
                </a:solidFill>
                <a:latin typeface="Nimbus Sans"/>
                <a:ea typeface="Nimbus Sans"/>
                <a:cs typeface="Nimbus Sans"/>
              </a:defRPr>
            </a:lvl1pPr>
            <a:lvl2pPr>
              <a:defRPr sz="1125" b="0">
                <a:solidFill>
                  <a:srgbClr val="486171"/>
                </a:solidFill>
                <a:latin typeface="Nimbus Sans"/>
                <a:ea typeface="Nimbus Sans"/>
                <a:cs typeface="Nimbus Sans"/>
              </a:defRPr>
            </a:lvl2pPr>
            <a:lvl3pPr>
              <a:defRPr sz="1125" b="0">
                <a:solidFill>
                  <a:srgbClr val="486171"/>
                </a:solidFill>
                <a:latin typeface="Nimbus Sans"/>
                <a:ea typeface="Nimbus Sans"/>
                <a:cs typeface="Nimbus Sans"/>
              </a:defRPr>
            </a:lvl3pPr>
            <a:lvl4pPr>
              <a:defRPr sz="1125" b="0">
                <a:solidFill>
                  <a:srgbClr val="486171"/>
                </a:solidFill>
                <a:latin typeface="Nimbus Sans"/>
                <a:ea typeface="Nimbus Sans"/>
                <a:cs typeface="Nimbus Sans"/>
              </a:defRPr>
            </a:lvl4pPr>
            <a:lvl5pPr>
              <a:defRPr sz="1125" b="0">
                <a:solidFill>
                  <a:srgbClr val="486171"/>
                </a:solidFill>
                <a:latin typeface="Nimbus Sans"/>
                <a:ea typeface="Nimbus Sans"/>
                <a:cs typeface="Nimbus Sans"/>
              </a:defRPr>
            </a:lvl5pPr>
            <a:lvl6pPr>
              <a:defRPr sz="1125" b="0">
                <a:solidFill>
                  <a:srgbClr val="486171"/>
                </a:solidFill>
                <a:latin typeface="Nimbus Sans"/>
                <a:ea typeface="Nimbus Sans"/>
                <a:cs typeface="Nimbus Sans"/>
              </a:defRPr>
            </a:lvl6pPr>
            <a:lvl7pPr>
              <a:defRPr sz="1125" b="0">
                <a:solidFill>
                  <a:srgbClr val="486171"/>
                </a:solidFill>
                <a:latin typeface="Nimbus Sans"/>
                <a:ea typeface="Nimbus Sans"/>
                <a:cs typeface="Nimbus Sans"/>
              </a:defRPr>
            </a:lvl7pPr>
            <a:lvl8pPr>
              <a:defRPr sz="1125" b="0">
                <a:solidFill>
                  <a:srgbClr val="486171"/>
                </a:solidFill>
                <a:latin typeface="Nimbus Sans"/>
                <a:ea typeface="Nimbus Sans"/>
                <a:cs typeface="Nimbus Sans"/>
              </a:defRPr>
            </a:lvl8pPr>
            <a:lvl9pPr>
              <a:defRPr sz="1125" b="0">
                <a:solidFill>
                  <a:srgbClr val="486171"/>
                </a:solidFill>
                <a:latin typeface="Nimbus Sans"/>
                <a:ea typeface="Nimbus Sans"/>
                <a:cs typeface="Nimbus Sans"/>
              </a:defRPr>
            </a:lvl9pPr>
          </a:lstStyle>
          <a:p xmlns:a="http://schemas.openxmlformats.org/drawingml/2006/main">
            <a:pPr>
              <a:defRPr sz="1125" b="0">
                <a:solidFill>
                  <a:srgbClr val="486171"/>
                </a:solidFill>
                <a:latin typeface="Nimbus Sans"/>
                <a:ea typeface="Nimbus Sans"/>
                <a:cs typeface="Nimbus Sans"/>
              </a:defRPr>
            </a:pPr>
            <a:r>
              <a:rPr sz="1125" b="0">
                <a:solidFill>
                  <a:srgbClr val="486171"/>
                </a:solidFill>
                <a:latin typeface="Nimbus Sans"/>
                <a:ea typeface="Nimbus Sans"/>
                <a:cs typeface="Nimbus Sans"/>
              </a:rPr>
              <a:t>4</a:t>
            </a:r>
          </a:p>
        </p:txBody>
      </p:sp>
      <p:sp>
        <p:nvSpPr>
          <p:cNvPr id="5" name="h0">
            <a:extLst xmlns:a="http://schemas.openxmlformats.org/drawingml/2006/main">
              <a:ext uri="{FF2B5EF4-FFF2-40B4-BE49-F238E27FC236}">
                <a16:creationId xmlns:a16="http://schemas.microsoft.com/office/drawing/2014/main" id="{053BD79B-4D16-484B-837E-190CB9F20C10}"/>
              </a:ext>
            </a:extLst>
          </p:cNvPr>
          <p:cNvSpPr>
            <a:spLocks xmlns:a="http://schemas.openxmlformats.org/drawingml/2006/main" noGrp="1"/>
          </p:cNvSpPr>
          <p:nvPr/>
        </p:nvSpPr>
        <p:spPr>
          <a:xfrm xmlns:a="http://schemas.openxmlformats.org/drawingml/2006/main">
            <a:off x="609600" y="1933575"/>
            <a:ext cx="2571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087E8B"/>
                </a:solidFill>
                <a:latin typeface="Nimbus Sans"/>
                <a:ea typeface="Nimbus Sans"/>
                <a:cs typeface="Nimbus Sans"/>
              </a:defRPr>
            </a:defPPr>
            <a:lvl1pPr>
              <a:defRPr sz="2400" b="1">
                <a:solidFill>
                  <a:srgbClr val="087E8B"/>
                </a:solidFill>
                <a:latin typeface="Nimbus Sans"/>
                <a:ea typeface="Nimbus Sans"/>
                <a:cs typeface="Nimbus Sans"/>
              </a:defRPr>
            </a:lvl1pPr>
            <a:lvl2pPr>
              <a:defRPr sz="2400" b="1">
                <a:solidFill>
                  <a:srgbClr val="087E8B"/>
                </a:solidFill>
                <a:latin typeface="Nimbus Sans"/>
                <a:ea typeface="Nimbus Sans"/>
                <a:cs typeface="Nimbus Sans"/>
              </a:defRPr>
            </a:lvl2pPr>
            <a:lvl3pPr>
              <a:defRPr sz="2400" b="1">
                <a:solidFill>
                  <a:srgbClr val="087E8B"/>
                </a:solidFill>
                <a:latin typeface="Nimbus Sans"/>
                <a:ea typeface="Nimbus Sans"/>
                <a:cs typeface="Nimbus Sans"/>
              </a:defRPr>
            </a:lvl3pPr>
            <a:lvl4pPr>
              <a:defRPr sz="2400" b="1">
                <a:solidFill>
                  <a:srgbClr val="087E8B"/>
                </a:solidFill>
                <a:latin typeface="Nimbus Sans"/>
                <a:ea typeface="Nimbus Sans"/>
                <a:cs typeface="Nimbus Sans"/>
              </a:defRPr>
            </a:lvl4pPr>
            <a:lvl5pPr>
              <a:defRPr sz="2400" b="1">
                <a:solidFill>
                  <a:srgbClr val="087E8B"/>
                </a:solidFill>
                <a:latin typeface="Nimbus Sans"/>
                <a:ea typeface="Nimbus Sans"/>
                <a:cs typeface="Nimbus Sans"/>
              </a:defRPr>
            </a:lvl5pPr>
            <a:lvl6pPr>
              <a:defRPr sz="2400" b="1">
                <a:solidFill>
                  <a:srgbClr val="087E8B"/>
                </a:solidFill>
                <a:latin typeface="Nimbus Sans"/>
                <a:ea typeface="Nimbus Sans"/>
                <a:cs typeface="Nimbus Sans"/>
              </a:defRPr>
            </a:lvl6pPr>
            <a:lvl7pPr>
              <a:defRPr sz="2400" b="1">
                <a:solidFill>
                  <a:srgbClr val="087E8B"/>
                </a:solidFill>
                <a:latin typeface="Nimbus Sans"/>
                <a:ea typeface="Nimbus Sans"/>
                <a:cs typeface="Nimbus Sans"/>
              </a:defRPr>
            </a:lvl7pPr>
            <a:lvl8pPr>
              <a:defRPr sz="2400" b="1">
                <a:solidFill>
                  <a:srgbClr val="087E8B"/>
                </a:solidFill>
                <a:latin typeface="Nimbus Sans"/>
                <a:ea typeface="Nimbus Sans"/>
                <a:cs typeface="Nimbus Sans"/>
              </a:defRPr>
            </a:lvl8pPr>
            <a:lvl9pPr>
              <a:defRPr sz="2400" b="1">
                <a:solidFill>
                  <a:srgbClr val="087E8B"/>
                </a:solidFill>
                <a:latin typeface="Nimbus Sans"/>
                <a:ea typeface="Nimbus Sans"/>
                <a:cs typeface="Nimbus Sans"/>
              </a:defRPr>
            </a:lvl9pPr>
          </a:lstStyle>
          <a:p xmlns:a="http://schemas.openxmlformats.org/drawingml/2006/main">
            <a:pPr>
              <a:defRPr sz="2400" b="1">
                <a:solidFill>
                  <a:srgbClr val="087E8B"/>
                </a:solidFill>
                <a:latin typeface="Nimbus Sans"/>
                <a:ea typeface="Nimbus Sans"/>
                <a:cs typeface="Nimbus Sans"/>
              </a:defRPr>
            </a:pPr>
            <a:r>
              <a:rPr sz="2400" b="1">
                <a:solidFill>
                  <a:srgbClr val="087E8B"/>
                </a:solidFill>
                <a:latin typeface="Nimbus Sans"/>
                <a:ea typeface="Nimbus Sans"/>
                <a:cs typeface="Nimbus Sans"/>
              </a:rPr>
              <a:t>Cell state</a:t>
            </a:r>
          </a:p>
        </p:txBody>
      </p:sp>
      <p:sp>
        <p:nvSpPr>
          <p:cNvPr id="6" name="line0">
            <a:extLst xmlns:a="http://schemas.openxmlformats.org/drawingml/2006/main">
              <a:ext uri="{FF2B5EF4-FFF2-40B4-BE49-F238E27FC236}">
                <a16:creationId xmlns:a16="http://schemas.microsoft.com/office/drawing/2014/main" id="{228ACB38-2373-4588-9804-0BDBE642E207}"/>
              </a:ext>
            </a:extLst>
          </p:cNvPr>
          <p:cNvSpPr>
            <a:spLocks xmlns:a="http://schemas.openxmlformats.org/drawingml/2006/main" noGrp="1"/>
          </p:cNvSpPr>
          <p:nvPr/>
        </p:nvSpPr>
        <p:spPr>
          <a:xfrm xmlns:a="http://schemas.openxmlformats.org/drawingml/2006/main">
            <a:off x="609600" y="2647950"/>
            <a:ext cx="2476500" cy="28575"/>
          </a:xfrm>
          <a:prstGeom xmlns:a="http://schemas.openxmlformats.org/drawingml/2006/main" prst="rect">
            <a:avLst/>
          </a:prstGeom>
          <a:solidFill xmlns:a="http://schemas.openxmlformats.org/drawingml/2006/main">
            <a:srgbClr val="E6EEF1"/>
          </a:solidFill>
          <a:ln xmlns:a="http://schemas.openxmlformats.org/drawingml/2006/main" w="0">
            <a:noFill/>
            <a:prstDash val="solid"/>
          </a:ln>
        </p:spPr>
      </p:sp>
      <p:sp>
        <p:nvSpPr>
          <p:cNvPr id="7" name="b0">
            <a:extLst xmlns:a="http://schemas.openxmlformats.org/drawingml/2006/main">
              <a:ext uri="{FF2B5EF4-FFF2-40B4-BE49-F238E27FC236}">
                <a16:creationId xmlns:a16="http://schemas.microsoft.com/office/drawing/2014/main" id="{1453DD99-425D-488F-99B7-EA70E88AB75E}"/>
              </a:ext>
            </a:extLst>
          </p:cNvPr>
          <p:cNvSpPr>
            <a:spLocks xmlns:a="http://schemas.openxmlformats.org/drawingml/2006/main" noGrp="1"/>
          </p:cNvSpPr>
          <p:nvPr/>
        </p:nvSpPr>
        <p:spPr>
          <a:xfrm xmlns:a="http://schemas.openxmlformats.org/drawingml/2006/main">
            <a:off x="609600" y="3000375"/>
            <a:ext cx="24765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12C40"/>
                </a:solidFill>
                <a:latin typeface="Nimbus Sans"/>
                <a:ea typeface="Nimbus Sans"/>
                <a:cs typeface="Nimbus Sans"/>
              </a:defRPr>
            </a:defPPr>
            <a:lvl1pPr>
              <a:defRPr sz="1950" b="0">
                <a:solidFill>
                  <a:srgbClr val="112C40"/>
                </a:solidFill>
                <a:latin typeface="Nimbus Sans"/>
                <a:ea typeface="Nimbus Sans"/>
                <a:cs typeface="Nimbus Sans"/>
              </a:defRPr>
            </a:lvl1pPr>
            <a:lvl2pPr>
              <a:defRPr sz="1950" b="0">
                <a:solidFill>
                  <a:srgbClr val="112C40"/>
                </a:solidFill>
                <a:latin typeface="Nimbus Sans"/>
                <a:ea typeface="Nimbus Sans"/>
                <a:cs typeface="Nimbus Sans"/>
              </a:defRPr>
            </a:lvl2pPr>
            <a:lvl3pPr>
              <a:defRPr sz="1950" b="0">
                <a:solidFill>
                  <a:srgbClr val="112C40"/>
                </a:solidFill>
                <a:latin typeface="Nimbus Sans"/>
                <a:ea typeface="Nimbus Sans"/>
                <a:cs typeface="Nimbus Sans"/>
              </a:defRPr>
            </a:lvl3pPr>
            <a:lvl4pPr>
              <a:defRPr sz="1950" b="0">
                <a:solidFill>
                  <a:srgbClr val="112C40"/>
                </a:solidFill>
                <a:latin typeface="Nimbus Sans"/>
                <a:ea typeface="Nimbus Sans"/>
                <a:cs typeface="Nimbus Sans"/>
              </a:defRPr>
            </a:lvl4pPr>
            <a:lvl5pPr>
              <a:defRPr sz="1950" b="0">
                <a:solidFill>
                  <a:srgbClr val="112C40"/>
                </a:solidFill>
                <a:latin typeface="Nimbus Sans"/>
                <a:ea typeface="Nimbus Sans"/>
                <a:cs typeface="Nimbus Sans"/>
              </a:defRPr>
            </a:lvl5pPr>
            <a:lvl6pPr>
              <a:defRPr sz="1950" b="0">
                <a:solidFill>
                  <a:srgbClr val="112C40"/>
                </a:solidFill>
                <a:latin typeface="Nimbus Sans"/>
                <a:ea typeface="Nimbus Sans"/>
                <a:cs typeface="Nimbus Sans"/>
              </a:defRPr>
            </a:lvl6pPr>
            <a:lvl7pPr>
              <a:defRPr sz="1950" b="0">
                <a:solidFill>
                  <a:srgbClr val="112C40"/>
                </a:solidFill>
                <a:latin typeface="Nimbus Sans"/>
                <a:ea typeface="Nimbus Sans"/>
                <a:cs typeface="Nimbus Sans"/>
              </a:defRPr>
            </a:lvl7pPr>
            <a:lvl8pPr>
              <a:defRPr sz="1950" b="0">
                <a:solidFill>
                  <a:srgbClr val="112C40"/>
                </a:solidFill>
                <a:latin typeface="Nimbus Sans"/>
                <a:ea typeface="Nimbus Sans"/>
                <a:cs typeface="Nimbus Sans"/>
              </a:defRPr>
            </a:lvl8pPr>
            <a:lvl9pPr>
              <a:defRPr sz="1950" b="0">
                <a:solidFill>
                  <a:srgbClr val="112C40"/>
                </a:solidFill>
                <a:latin typeface="Nimbus Sans"/>
                <a:ea typeface="Nimbus Sans"/>
                <a:cs typeface="Nimbus Sans"/>
              </a:defRPr>
            </a:lvl9pPr>
          </a:lstStyle>
          <a:p xmlns:a="http://schemas.openxmlformats.org/drawingml/2006/main">
            <a:pPr>
              <a:defRPr sz="1950" b="0">
                <a:solidFill>
                  <a:srgbClr val="112C40"/>
                </a:solidFill>
                <a:latin typeface="Nimbus Sans"/>
                <a:ea typeface="Nimbus Sans"/>
                <a:cs typeface="Nimbus Sans"/>
              </a:defRPr>
            </a:pPr>
            <a:r>
              <a:rPr sz="1950" b="0">
                <a:solidFill>
                  <a:srgbClr val="112C40"/>
                </a:solidFill>
                <a:latin typeface="Nimbus Sans"/>
                <a:ea typeface="Nimbus Sans"/>
                <a:cs typeface="Nimbus Sans"/>
              </a:rPr>
              <a:t>Multimodal omics</a:t>
            </a:r>
          </a:p>
          <a:p xmlns:a="http://schemas.openxmlformats.org/drawingml/2006/main">
            <a:pPr>
              <a:defRPr sz="1950" b="0">
                <a:solidFill>
                  <a:srgbClr val="112C40"/>
                </a:solidFill>
                <a:latin typeface="Nimbus Sans"/>
                <a:ea typeface="Nimbus Sans"/>
                <a:cs typeface="Nimbus Sans"/>
              </a:defRPr>
            </a:pPr>
            <a:r>
              <a:rPr sz="1950" b="0">
                <a:solidFill>
                  <a:srgbClr val="112C40"/>
                </a:solidFill>
                <a:latin typeface="Nimbus Sans"/>
                <a:ea typeface="Nimbus Sans"/>
                <a:cs typeface="Nimbus Sans"/>
              </a:rPr>
              <a:t>and imaging</a:t>
            </a:r>
          </a:p>
        </p:txBody>
      </p:sp>
      <p:sp>
        <p:nvSpPr>
          <p:cNvPr id="8" name="h1">
            <a:extLst xmlns:a="http://schemas.openxmlformats.org/drawingml/2006/main">
              <a:ext uri="{FF2B5EF4-FFF2-40B4-BE49-F238E27FC236}">
                <a16:creationId xmlns:a16="http://schemas.microsoft.com/office/drawing/2014/main" id="{A7240091-057E-45E7-A428-B6224920B06F}"/>
              </a:ext>
            </a:extLst>
          </p:cNvPr>
          <p:cNvSpPr>
            <a:spLocks xmlns:a="http://schemas.openxmlformats.org/drawingml/2006/main" noGrp="1"/>
          </p:cNvSpPr>
          <p:nvPr/>
        </p:nvSpPr>
        <p:spPr>
          <a:xfrm xmlns:a="http://schemas.openxmlformats.org/drawingml/2006/main">
            <a:off x="3409950" y="1933575"/>
            <a:ext cx="2571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087E8B"/>
                </a:solidFill>
                <a:latin typeface="Nimbus Sans"/>
                <a:ea typeface="Nimbus Sans"/>
                <a:cs typeface="Nimbus Sans"/>
              </a:defRPr>
            </a:defPPr>
            <a:lvl1pPr>
              <a:defRPr sz="2400" b="1">
                <a:solidFill>
                  <a:srgbClr val="087E8B"/>
                </a:solidFill>
                <a:latin typeface="Nimbus Sans"/>
                <a:ea typeface="Nimbus Sans"/>
                <a:cs typeface="Nimbus Sans"/>
              </a:defRPr>
            </a:lvl1pPr>
            <a:lvl2pPr>
              <a:defRPr sz="2400" b="1">
                <a:solidFill>
                  <a:srgbClr val="087E8B"/>
                </a:solidFill>
                <a:latin typeface="Nimbus Sans"/>
                <a:ea typeface="Nimbus Sans"/>
                <a:cs typeface="Nimbus Sans"/>
              </a:defRPr>
            </a:lvl2pPr>
            <a:lvl3pPr>
              <a:defRPr sz="2400" b="1">
                <a:solidFill>
                  <a:srgbClr val="087E8B"/>
                </a:solidFill>
                <a:latin typeface="Nimbus Sans"/>
                <a:ea typeface="Nimbus Sans"/>
                <a:cs typeface="Nimbus Sans"/>
              </a:defRPr>
            </a:lvl3pPr>
            <a:lvl4pPr>
              <a:defRPr sz="2400" b="1">
                <a:solidFill>
                  <a:srgbClr val="087E8B"/>
                </a:solidFill>
                <a:latin typeface="Nimbus Sans"/>
                <a:ea typeface="Nimbus Sans"/>
                <a:cs typeface="Nimbus Sans"/>
              </a:defRPr>
            </a:lvl4pPr>
            <a:lvl5pPr>
              <a:defRPr sz="2400" b="1">
                <a:solidFill>
                  <a:srgbClr val="087E8B"/>
                </a:solidFill>
                <a:latin typeface="Nimbus Sans"/>
                <a:ea typeface="Nimbus Sans"/>
                <a:cs typeface="Nimbus Sans"/>
              </a:defRPr>
            </a:lvl5pPr>
            <a:lvl6pPr>
              <a:defRPr sz="2400" b="1">
                <a:solidFill>
                  <a:srgbClr val="087E8B"/>
                </a:solidFill>
                <a:latin typeface="Nimbus Sans"/>
                <a:ea typeface="Nimbus Sans"/>
                <a:cs typeface="Nimbus Sans"/>
              </a:defRPr>
            </a:lvl6pPr>
            <a:lvl7pPr>
              <a:defRPr sz="2400" b="1">
                <a:solidFill>
                  <a:srgbClr val="087E8B"/>
                </a:solidFill>
                <a:latin typeface="Nimbus Sans"/>
                <a:ea typeface="Nimbus Sans"/>
                <a:cs typeface="Nimbus Sans"/>
              </a:defRPr>
            </a:lvl7pPr>
            <a:lvl8pPr>
              <a:defRPr sz="2400" b="1">
                <a:solidFill>
                  <a:srgbClr val="087E8B"/>
                </a:solidFill>
                <a:latin typeface="Nimbus Sans"/>
                <a:ea typeface="Nimbus Sans"/>
                <a:cs typeface="Nimbus Sans"/>
              </a:defRPr>
            </a:lvl8pPr>
            <a:lvl9pPr>
              <a:defRPr sz="2400" b="1">
                <a:solidFill>
                  <a:srgbClr val="087E8B"/>
                </a:solidFill>
                <a:latin typeface="Nimbus Sans"/>
                <a:ea typeface="Nimbus Sans"/>
                <a:cs typeface="Nimbus Sans"/>
              </a:defRPr>
            </a:lvl9pPr>
          </a:lstStyle>
          <a:p xmlns:a="http://schemas.openxmlformats.org/drawingml/2006/main">
            <a:pPr>
              <a:defRPr sz="2400" b="1">
                <a:solidFill>
                  <a:srgbClr val="087E8B"/>
                </a:solidFill>
                <a:latin typeface="Nimbus Sans"/>
                <a:ea typeface="Nimbus Sans"/>
                <a:cs typeface="Nimbus Sans"/>
              </a:defRPr>
            </a:pPr>
            <a:r>
              <a:rPr sz="2400" b="1">
                <a:solidFill>
                  <a:srgbClr val="087E8B"/>
                </a:solidFill>
                <a:latin typeface="Nimbus Sans"/>
                <a:ea typeface="Nimbus Sans"/>
                <a:cs typeface="Nimbus Sans"/>
              </a:rPr>
              <a:t>Mechanism</a:t>
            </a:r>
          </a:p>
        </p:txBody>
      </p:sp>
      <p:sp>
        <p:nvSpPr>
          <p:cNvPr id="9" name="line1">
            <a:extLst xmlns:a="http://schemas.openxmlformats.org/drawingml/2006/main">
              <a:ext uri="{FF2B5EF4-FFF2-40B4-BE49-F238E27FC236}">
                <a16:creationId xmlns:a16="http://schemas.microsoft.com/office/drawing/2014/main" id="{B1F4F22C-2CE4-46E4-BBC9-7E728D3EE82E}"/>
              </a:ext>
            </a:extLst>
          </p:cNvPr>
          <p:cNvSpPr>
            <a:spLocks xmlns:a="http://schemas.openxmlformats.org/drawingml/2006/main" noGrp="1"/>
          </p:cNvSpPr>
          <p:nvPr/>
        </p:nvSpPr>
        <p:spPr>
          <a:xfrm xmlns:a="http://schemas.openxmlformats.org/drawingml/2006/main">
            <a:off x="3409950" y="2647950"/>
            <a:ext cx="2476500" cy="28575"/>
          </a:xfrm>
          <a:prstGeom xmlns:a="http://schemas.openxmlformats.org/drawingml/2006/main" prst="rect">
            <a:avLst/>
          </a:prstGeom>
          <a:solidFill xmlns:a="http://schemas.openxmlformats.org/drawingml/2006/main">
            <a:srgbClr val="E6EEF1"/>
          </a:solidFill>
          <a:ln xmlns:a="http://schemas.openxmlformats.org/drawingml/2006/main" w="0">
            <a:noFill/>
            <a:prstDash val="solid"/>
          </a:ln>
        </p:spPr>
      </p:sp>
      <p:sp>
        <p:nvSpPr>
          <p:cNvPr id="10" name="b1">
            <a:extLst xmlns:a="http://schemas.openxmlformats.org/drawingml/2006/main">
              <a:ext uri="{FF2B5EF4-FFF2-40B4-BE49-F238E27FC236}">
                <a16:creationId xmlns:a16="http://schemas.microsoft.com/office/drawing/2014/main" id="{786D7EB8-F45A-4E69-B8C9-EB5A6C7879CA}"/>
              </a:ext>
            </a:extLst>
          </p:cNvPr>
          <p:cNvSpPr>
            <a:spLocks xmlns:a="http://schemas.openxmlformats.org/drawingml/2006/main" noGrp="1"/>
          </p:cNvSpPr>
          <p:nvPr/>
        </p:nvSpPr>
        <p:spPr>
          <a:xfrm xmlns:a="http://schemas.openxmlformats.org/drawingml/2006/main">
            <a:off x="3409950" y="3000375"/>
            <a:ext cx="24765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12C40"/>
                </a:solidFill>
                <a:latin typeface="Nimbus Sans"/>
                <a:ea typeface="Nimbus Sans"/>
                <a:cs typeface="Nimbus Sans"/>
              </a:defRPr>
            </a:defPPr>
            <a:lvl1pPr>
              <a:defRPr sz="1950" b="0">
                <a:solidFill>
                  <a:srgbClr val="112C40"/>
                </a:solidFill>
                <a:latin typeface="Nimbus Sans"/>
                <a:ea typeface="Nimbus Sans"/>
                <a:cs typeface="Nimbus Sans"/>
              </a:defRPr>
            </a:lvl1pPr>
            <a:lvl2pPr>
              <a:defRPr sz="1950" b="0">
                <a:solidFill>
                  <a:srgbClr val="112C40"/>
                </a:solidFill>
                <a:latin typeface="Nimbus Sans"/>
                <a:ea typeface="Nimbus Sans"/>
                <a:cs typeface="Nimbus Sans"/>
              </a:defRPr>
            </a:lvl2pPr>
            <a:lvl3pPr>
              <a:defRPr sz="1950" b="0">
                <a:solidFill>
                  <a:srgbClr val="112C40"/>
                </a:solidFill>
                <a:latin typeface="Nimbus Sans"/>
                <a:ea typeface="Nimbus Sans"/>
                <a:cs typeface="Nimbus Sans"/>
              </a:defRPr>
            </a:lvl3pPr>
            <a:lvl4pPr>
              <a:defRPr sz="1950" b="0">
                <a:solidFill>
                  <a:srgbClr val="112C40"/>
                </a:solidFill>
                <a:latin typeface="Nimbus Sans"/>
                <a:ea typeface="Nimbus Sans"/>
                <a:cs typeface="Nimbus Sans"/>
              </a:defRPr>
            </a:lvl4pPr>
            <a:lvl5pPr>
              <a:defRPr sz="1950" b="0">
                <a:solidFill>
                  <a:srgbClr val="112C40"/>
                </a:solidFill>
                <a:latin typeface="Nimbus Sans"/>
                <a:ea typeface="Nimbus Sans"/>
                <a:cs typeface="Nimbus Sans"/>
              </a:defRPr>
            </a:lvl5pPr>
            <a:lvl6pPr>
              <a:defRPr sz="1950" b="0">
                <a:solidFill>
                  <a:srgbClr val="112C40"/>
                </a:solidFill>
                <a:latin typeface="Nimbus Sans"/>
                <a:ea typeface="Nimbus Sans"/>
                <a:cs typeface="Nimbus Sans"/>
              </a:defRPr>
            </a:lvl6pPr>
            <a:lvl7pPr>
              <a:defRPr sz="1950" b="0">
                <a:solidFill>
                  <a:srgbClr val="112C40"/>
                </a:solidFill>
                <a:latin typeface="Nimbus Sans"/>
                <a:ea typeface="Nimbus Sans"/>
                <a:cs typeface="Nimbus Sans"/>
              </a:defRPr>
            </a:lvl7pPr>
            <a:lvl8pPr>
              <a:defRPr sz="1950" b="0">
                <a:solidFill>
                  <a:srgbClr val="112C40"/>
                </a:solidFill>
                <a:latin typeface="Nimbus Sans"/>
                <a:ea typeface="Nimbus Sans"/>
                <a:cs typeface="Nimbus Sans"/>
              </a:defRPr>
            </a:lvl8pPr>
            <a:lvl9pPr>
              <a:defRPr sz="1950" b="0">
                <a:solidFill>
                  <a:srgbClr val="112C40"/>
                </a:solidFill>
                <a:latin typeface="Nimbus Sans"/>
                <a:ea typeface="Nimbus Sans"/>
                <a:cs typeface="Nimbus Sans"/>
              </a:defRPr>
            </a:lvl9pPr>
          </a:lstStyle>
          <a:p xmlns:a="http://schemas.openxmlformats.org/drawingml/2006/main">
            <a:pPr>
              <a:defRPr sz="1950" b="0">
                <a:solidFill>
                  <a:srgbClr val="112C40"/>
                </a:solidFill>
                <a:latin typeface="Nimbus Sans"/>
                <a:ea typeface="Nimbus Sans"/>
                <a:cs typeface="Nimbus Sans"/>
              </a:defRPr>
            </a:pPr>
            <a:r>
              <a:rPr sz="1950" b="0">
                <a:solidFill>
                  <a:srgbClr val="112C40"/>
                </a:solidFill>
                <a:latin typeface="Nimbus Sans"/>
                <a:ea typeface="Nimbus Sans"/>
                <a:cs typeface="Nimbus Sans"/>
              </a:rPr>
              <a:t>Regulatory sequence,</a:t>
            </a:r>
          </a:p>
          <a:p xmlns:a="http://schemas.openxmlformats.org/drawingml/2006/main">
            <a:pPr>
              <a:defRPr sz="1950" b="0">
                <a:solidFill>
                  <a:srgbClr val="112C40"/>
                </a:solidFill>
                <a:latin typeface="Nimbus Sans"/>
                <a:ea typeface="Nimbus Sans"/>
                <a:cs typeface="Nimbus Sans"/>
              </a:defRPr>
            </a:pPr>
            <a:r>
              <a:rPr sz="1950" b="0">
                <a:solidFill>
                  <a:srgbClr val="112C40"/>
                </a:solidFill>
                <a:latin typeface="Nimbus Sans"/>
                <a:ea typeface="Nimbus Sans"/>
                <a:cs typeface="Nimbus Sans"/>
              </a:rPr>
              <a:t>perturbation and causal models</a:t>
            </a:r>
          </a:p>
        </p:txBody>
      </p:sp>
      <p:sp>
        <p:nvSpPr>
          <p:cNvPr id="11" name="h2">
            <a:extLst xmlns:a="http://schemas.openxmlformats.org/drawingml/2006/main">
              <a:ext uri="{FF2B5EF4-FFF2-40B4-BE49-F238E27FC236}">
                <a16:creationId xmlns:a16="http://schemas.microsoft.com/office/drawing/2014/main" id="{157E755A-309B-43DD-A08B-BA1BCCF21F62}"/>
              </a:ext>
            </a:extLst>
          </p:cNvPr>
          <p:cNvSpPr>
            <a:spLocks xmlns:a="http://schemas.openxmlformats.org/drawingml/2006/main" noGrp="1"/>
          </p:cNvSpPr>
          <p:nvPr/>
        </p:nvSpPr>
        <p:spPr>
          <a:xfrm xmlns:a="http://schemas.openxmlformats.org/drawingml/2006/main">
            <a:off x="6210300" y="1933575"/>
            <a:ext cx="2571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087E8B"/>
                </a:solidFill>
                <a:latin typeface="Nimbus Sans"/>
                <a:ea typeface="Nimbus Sans"/>
                <a:cs typeface="Nimbus Sans"/>
              </a:defRPr>
            </a:defPPr>
            <a:lvl1pPr>
              <a:defRPr sz="2400" b="1">
                <a:solidFill>
                  <a:srgbClr val="087E8B"/>
                </a:solidFill>
                <a:latin typeface="Nimbus Sans"/>
                <a:ea typeface="Nimbus Sans"/>
                <a:cs typeface="Nimbus Sans"/>
              </a:defRPr>
            </a:lvl1pPr>
            <a:lvl2pPr>
              <a:defRPr sz="2400" b="1">
                <a:solidFill>
                  <a:srgbClr val="087E8B"/>
                </a:solidFill>
                <a:latin typeface="Nimbus Sans"/>
                <a:ea typeface="Nimbus Sans"/>
                <a:cs typeface="Nimbus Sans"/>
              </a:defRPr>
            </a:lvl2pPr>
            <a:lvl3pPr>
              <a:defRPr sz="2400" b="1">
                <a:solidFill>
                  <a:srgbClr val="087E8B"/>
                </a:solidFill>
                <a:latin typeface="Nimbus Sans"/>
                <a:ea typeface="Nimbus Sans"/>
                <a:cs typeface="Nimbus Sans"/>
              </a:defRPr>
            </a:lvl3pPr>
            <a:lvl4pPr>
              <a:defRPr sz="2400" b="1">
                <a:solidFill>
                  <a:srgbClr val="087E8B"/>
                </a:solidFill>
                <a:latin typeface="Nimbus Sans"/>
                <a:ea typeface="Nimbus Sans"/>
                <a:cs typeface="Nimbus Sans"/>
              </a:defRPr>
            </a:lvl4pPr>
            <a:lvl5pPr>
              <a:defRPr sz="2400" b="1">
                <a:solidFill>
                  <a:srgbClr val="087E8B"/>
                </a:solidFill>
                <a:latin typeface="Nimbus Sans"/>
                <a:ea typeface="Nimbus Sans"/>
                <a:cs typeface="Nimbus Sans"/>
              </a:defRPr>
            </a:lvl5pPr>
            <a:lvl6pPr>
              <a:defRPr sz="2400" b="1">
                <a:solidFill>
                  <a:srgbClr val="087E8B"/>
                </a:solidFill>
                <a:latin typeface="Nimbus Sans"/>
                <a:ea typeface="Nimbus Sans"/>
                <a:cs typeface="Nimbus Sans"/>
              </a:defRPr>
            </a:lvl6pPr>
            <a:lvl7pPr>
              <a:defRPr sz="2400" b="1">
                <a:solidFill>
                  <a:srgbClr val="087E8B"/>
                </a:solidFill>
                <a:latin typeface="Nimbus Sans"/>
                <a:ea typeface="Nimbus Sans"/>
                <a:cs typeface="Nimbus Sans"/>
              </a:defRPr>
            </a:lvl7pPr>
            <a:lvl8pPr>
              <a:defRPr sz="2400" b="1">
                <a:solidFill>
                  <a:srgbClr val="087E8B"/>
                </a:solidFill>
                <a:latin typeface="Nimbus Sans"/>
                <a:ea typeface="Nimbus Sans"/>
                <a:cs typeface="Nimbus Sans"/>
              </a:defRPr>
            </a:lvl8pPr>
            <a:lvl9pPr>
              <a:defRPr sz="2400" b="1">
                <a:solidFill>
                  <a:srgbClr val="087E8B"/>
                </a:solidFill>
                <a:latin typeface="Nimbus Sans"/>
                <a:ea typeface="Nimbus Sans"/>
                <a:cs typeface="Nimbus Sans"/>
              </a:defRPr>
            </a:lvl9pPr>
          </a:lstStyle>
          <a:p xmlns:a="http://schemas.openxmlformats.org/drawingml/2006/main">
            <a:pPr>
              <a:defRPr sz="2400" b="1">
                <a:solidFill>
                  <a:srgbClr val="087E8B"/>
                </a:solidFill>
                <a:latin typeface="Nimbus Sans"/>
                <a:ea typeface="Nimbus Sans"/>
                <a:cs typeface="Nimbus Sans"/>
              </a:defRPr>
            </a:pPr>
            <a:r>
              <a:rPr sz="2400" b="1">
                <a:solidFill>
                  <a:srgbClr val="087E8B"/>
                </a:solidFill>
                <a:latin typeface="Nimbus Sans"/>
                <a:ea typeface="Nimbus Sans"/>
                <a:cs typeface="Nimbus Sans"/>
              </a:rPr>
              <a:t>Selection</a:t>
            </a:r>
          </a:p>
        </p:txBody>
      </p:sp>
      <p:sp>
        <p:nvSpPr>
          <p:cNvPr id="12" name="line2">
            <a:extLst xmlns:a="http://schemas.openxmlformats.org/drawingml/2006/main">
              <a:ext uri="{FF2B5EF4-FFF2-40B4-BE49-F238E27FC236}">
                <a16:creationId xmlns:a16="http://schemas.microsoft.com/office/drawing/2014/main" id="{62CA0936-1D3D-4923-97C7-121EEB866FFD}"/>
              </a:ext>
            </a:extLst>
          </p:cNvPr>
          <p:cNvSpPr>
            <a:spLocks xmlns:a="http://schemas.openxmlformats.org/drawingml/2006/main" noGrp="1"/>
          </p:cNvSpPr>
          <p:nvPr/>
        </p:nvSpPr>
        <p:spPr>
          <a:xfrm xmlns:a="http://schemas.openxmlformats.org/drawingml/2006/main">
            <a:off x="6210300" y="2647950"/>
            <a:ext cx="2476500" cy="28575"/>
          </a:xfrm>
          <a:prstGeom xmlns:a="http://schemas.openxmlformats.org/drawingml/2006/main" prst="rect">
            <a:avLst/>
          </a:prstGeom>
          <a:solidFill xmlns:a="http://schemas.openxmlformats.org/drawingml/2006/main">
            <a:srgbClr val="E6EEF1"/>
          </a:solidFill>
          <a:ln xmlns:a="http://schemas.openxmlformats.org/drawingml/2006/main" w="0">
            <a:noFill/>
            <a:prstDash val="solid"/>
          </a:ln>
        </p:spPr>
      </p:sp>
      <p:sp>
        <p:nvSpPr>
          <p:cNvPr id="13" name="b2">
            <a:extLst xmlns:a="http://schemas.openxmlformats.org/drawingml/2006/main">
              <a:ext uri="{FF2B5EF4-FFF2-40B4-BE49-F238E27FC236}">
                <a16:creationId xmlns:a16="http://schemas.microsoft.com/office/drawing/2014/main" id="{696C81C3-354B-4585-B63C-6184EA8E7B66}"/>
              </a:ext>
            </a:extLst>
          </p:cNvPr>
          <p:cNvSpPr>
            <a:spLocks xmlns:a="http://schemas.openxmlformats.org/drawingml/2006/main" noGrp="1"/>
          </p:cNvSpPr>
          <p:nvPr/>
        </p:nvSpPr>
        <p:spPr>
          <a:xfrm xmlns:a="http://schemas.openxmlformats.org/drawingml/2006/main">
            <a:off x="6210300" y="3000375"/>
            <a:ext cx="24765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12C40"/>
                </a:solidFill>
                <a:latin typeface="Nimbus Sans"/>
                <a:ea typeface="Nimbus Sans"/>
                <a:cs typeface="Nimbus Sans"/>
              </a:defRPr>
            </a:defPPr>
            <a:lvl1pPr>
              <a:defRPr sz="1950" b="0">
                <a:solidFill>
                  <a:srgbClr val="112C40"/>
                </a:solidFill>
                <a:latin typeface="Nimbus Sans"/>
                <a:ea typeface="Nimbus Sans"/>
                <a:cs typeface="Nimbus Sans"/>
              </a:defRPr>
            </a:lvl1pPr>
            <a:lvl2pPr>
              <a:defRPr sz="1950" b="0">
                <a:solidFill>
                  <a:srgbClr val="112C40"/>
                </a:solidFill>
                <a:latin typeface="Nimbus Sans"/>
                <a:ea typeface="Nimbus Sans"/>
                <a:cs typeface="Nimbus Sans"/>
              </a:defRPr>
            </a:lvl2pPr>
            <a:lvl3pPr>
              <a:defRPr sz="1950" b="0">
                <a:solidFill>
                  <a:srgbClr val="112C40"/>
                </a:solidFill>
                <a:latin typeface="Nimbus Sans"/>
                <a:ea typeface="Nimbus Sans"/>
                <a:cs typeface="Nimbus Sans"/>
              </a:defRPr>
            </a:lvl3pPr>
            <a:lvl4pPr>
              <a:defRPr sz="1950" b="0">
                <a:solidFill>
                  <a:srgbClr val="112C40"/>
                </a:solidFill>
                <a:latin typeface="Nimbus Sans"/>
                <a:ea typeface="Nimbus Sans"/>
                <a:cs typeface="Nimbus Sans"/>
              </a:defRPr>
            </a:lvl4pPr>
            <a:lvl5pPr>
              <a:defRPr sz="1950" b="0">
                <a:solidFill>
                  <a:srgbClr val="112C40"/>
                </a:solidFill>
                <a:latin typeface="Nimbus Sans"/>
                <a:ea typeface="Nimbus Sans"/>
                <a:cs typeface="Nimbus Sans"/>
              </a:defRPr>
            </a:lvl5pPr>
            <a:lvl6pPr>
              <a:defRPr sz="1950" b="0">
                <a:solidFill>
                  <a:srgbClr val="112C40"/>
                </a:solidFill>
                <a:latin typeface="Nimbus Sans"/>
                <a:ea typeface="Nimbus Sans"/>
                <a:cs typeface="Nimbus Sans"/>
              </a:defRPr>
            </a:lvl6pPr>
            <a:lvl7pPr>
              <a:defRPr sz="1950" b="0">
                <a:solidFill>
                  <a:srgbClr val="112C40"/>
                </a:solidFill>
                <a:latin typeface="Nimbus Sans"/>
                <a:ea typeface="Nimbus Sans"/>
                <a:cs typeface="Nimbus Sans"/>
              </a:defRPr>
            </a:lvl7pPr>
            <a:lvl8pPr>
              <a:defRPr sz="1950" b="0">
                <a:solidFill>
                  <a:srgbClr val="112C40"/>
                </a:solidFill>
                <a:latin typeface="Nimbus Sans"/>
                <a:ea typeface="Nimbus Sans"/>
                <a:cs typeface="Nimbus Sans"/>
              </a:defRPr>
            </a:lvl8pPr>
            <a:lvl9pPr>
              <a:defRPr sz="1950" b="0">
                <a:solidFill>
                  <a:srgbClr val="112C40"/>
                </a:solidFill>
                <a:latin typeface="Nimbus Sans"/>
                <a:ea typeface="Nimbus Sans"/>
                <a:cs typeface="Nimbus Sans"/>
              </a:defRPr>
            </a:lvl9pPr>
          </a:lstStyle>
          <a:p xmlns:a="http://schemas.openxmlformats.org/drawingml/2006/main">
            <a:pPr>
              <a:defRPr sz="1950" b="0">
                <a:solidFill>
                  <a:srgbClr val="112C40"/>
                </a:solidFill>
                <a:latin typeface="Nimbus Sans"/>
                <a:ea typeface="Nimbus Sans"/>
                <a:cs typeface="Nimbus Sans"/>
              </a:defRPr>
            </a:pPr>
            <a:r>
              <a:rPr sz="1950" b="0">
                <a:solidFill>
                  <a:srgbClr val="112C40"/>
                </a:solidFill>
                <a:latin typeface="Nimbus Sans"/>
                <a:ea typeface="Nimbus Sans"/>
                <a:cs typeface="Nimbus Sans"/>
              </a:rPr>
              <a:t>Bayesian experiment design</a:t>
            </a:r>
          </a:p>
          <a:p xmlns:a="http://schemas.openxmlformats.org/drawingml/2006/main">
            <a:pPr>
              <a:defRPr sz="1950" b="0">
                <a:solidFill>
                  <a:srgbClr val="112C40"/>
                </a:solidFill>
                <a:latin typeface="Nimbus Sans"/>
                <a:ea typeface="Nimbus Sans"/>
                <a:cs typeface="Nimbus Sans"/>
              </a:defRPr>
            </a:pPr>
            <a:r>
              <a:rPr sz="1950" b="0">
                <a:solidFill>
                  <a:srgbClr val="112C40"/>
                </a:solidFill>
                <a:latin typeface="Nimbus Sans"/>
                <a:ea typeface="Nimbus Sans"/>
                <a:cs typeface="Nimbus Sans"/>
              </a:rPr>
              <a:t>under a fixed budget</a:t>
            </a:r>
          </a:p>
        </p:txBody>
      </p:sp>
      <p:sp>
        <p:nvSpPr>
          <p:cNvPr id="14" name="h3">
            <a:extLst xmlns:a="http://schemas.openxmlformats.org/drawingml/2006/main">
              <a:ext uri="{FF2B5EF4-FFF2-40B4-BE49-F238E27FC236}">
                <a16:creationId xmlns:a16="http://schemas.microsoft.com/office/drawing/2014/main" id="{72C39195-AD33-4C8F-B974-90B98D177BDD}"/>
              </a:ext>
            </a:extLst>
          </p:cNvPr>
          <p:cNvSpPr>
            <a:spLocks xmlns:a="http://schemas.openxmlformats.org/drawingml/2006/main" noGrp="1"/>
          </p:cNvSpPr>
          <p:nvPr/>
        </p:nvSpPr>
        <p:spPr>
          <a:xfrm xmlns:a="http://schemas.openxmlformats.org/drawingml/2006/main">
            <a:off x="9010650" y="1933575"/>
            <a:ext cx="2571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087E8B"/>
                </a:solidFill>
                <a:latin typeface="Nimbus Sans"/>
                <a:ea typeface="Nimbus Sans"/>
                <a:cs typeface="Nimbus Sans"/>
              </a:defRPr>
            </a:defPPr>
            <a:lvl1pPr>
              <a:defRPr sz="2400" b="1">
                <a:solidFill>
                  <a:srgbClr val="087E8B"/>
                </a:solidFill>
                <a:latin typeface="Nimbus Sans"/>
                <a:ea typeface="Nimbus Sans"/>
                <a:cs typeface="Nimbus Sans"/>
              </a:defRPr>
            </a:lvl1pPr>
            <a:lvl2pPr>
              <a:defRPr sz="2400" b="1">
                <a:solidFill>
                  <a:srgbClr val="087E8B"/>
                </a:solidFill>
                <a:latin typeface="Nimbus Sans"/>
                <a:ea typeface="Nimbus Sans"/>
                <a:cs typeface="Nimbus Sans"/>
              </a:defRPr>
            </a:lvl2pPr>
            <a:lvl3pPr>
              <a:defRPr sz="2400" b="1">
                <a:solidFill>
                  <a:srgbClr val="087E8B"/>
                </a:solidFill>
                <a:latin typeface="Nimbus Sans"/>
                <a:ea typeface="Nimbus Sans"/>
                <a:cs typeface="Nimbus Sans"/>
              </a:defRPr>
            </a:lvl3pPr>
            <a:lvl4pPr>
              <a:defRPr sz="2400" b="1">
                <a:solidFill>
                  <a:srgbClr val="087E8B"/>
                </a:solidFill>
                <a:latin typeface="Nimbus Sans"/>
                <a:ea typeface="Nimbus Sans"/>
                <a:cs typeface="Nimbus Sans"/>
              </a:defRPr>
            </a:lvl4pPr>
            <a:lvl5pPr>
              <a:defRPr sz="2400" b="1">
                <a:solidFill>
                  <a:srgbClr val="087E8B"/>
                </a:solidFill>
                <a:latin typeface="Nimbus Sans"/>
                <a:ea typeface="Nimbus Sans"/>
                <a:cs typeface="Nimbus Sans"/>
              </a:defRPr>
            </a:lvl5pPr>
            <a:lvl6pPr>
              <a:defRPr sz="2400" b="1">
                <a:solidFill>
                  <a:srgbClr val="087E8B"/>
                </a:solidFill>
                <a:latin typeface="Nimbus Sans"/>
                <a:ea typeface="Nimbus Sans"/>
                <a:cs typeface="Nimbus Sans"/>
              </a:defRPr>
            </a:lvl6pPr>
            <a:lvl7pPr>
              <a:defRPr sz="2400" b="1">
                <a:solidFill>
                  <a:srgbClr val="087E8B"/>
                </a:solidFill>
                <a:latin typeface="Nimbus Sans"/>
                <a:ea typeface="Nimbus Sans"/>
                <a:cs typeface="Nimbus Sans"/>
              </a:defRPr>
            </a:lvl7pPr>
            <a:lvl8pPr>
              <a:defRPr sz="2400" b="1">
                <a:solidFill>
                  <a:srgbClr val="087E8B"/>
                </a:solidFill>
                <a:latin typeface="Nimbus Sans"/>
                <a:ea typeface="Nimbus Sans"/>
                <a:cs typeface="Nimbus Sans"/>
              </a:defRPr>
            </a:lvl8pPr>
            <a:lvl9pPr>
              <a:defRPr sz="2400" b="1">
                <a:solidFill>
                  <a:srgbClr val="087E8B"/>
                </a:solidFill>
                <a:latin typeface="Nimbus Sans"/>
                <a:ea typeface="Nimbus Sans"/>
                <a:cs typeface="Nimbus Sans"/>
              </a:defRPr>
            </a:lvl9pPr>
          </a:lstStyle>
          <a:p xmlns:a="http://schemas.openxmlformats.org/drawingml/2006/main">
            <a:pPr>
              <a:defRPr sz="2400" b="1">
                <a:solidFill>
                  <a:srgbClr val="087E8B"/>
                </a:solidFill>
                <a:latin typeface="Nimbus Sans"/>
                <a:ea typeface="Nimbus Sans"/>
                <a:cs typeface="Nimbus Sans"/>
              </a:defRPr>
            </a:pPr>
            <a:r>
              <a:rPr sz="2400" b="1">
                <a:solidFill>
                  <a:srgbClr val="087E8B"/>
                </a:solidFill>
                <a:latin typeface="Nimbus Sans"/>
                <a:ea typeface="Nimbus Sans"/>
                <a:cs typeface="Nimbus Sans"/>
              </a:rPr>
              <a:t>Validation</a:t>
            </a:r>
          </a:p>
        </p:txBody>
      </p:sp>
      <p:sp>
        <p:nvSpPr>
          <p:cNvPr id="15" name="line3">
            <a:extLst xmlns:a="http://schemas.openxmlformats.org/drawingml/2006/main">
              <a:ext uri="{FF2B5EF4-FFF2-40B4-BE49-F238E27FC236}">
                <a16:creationId xmlns:a16="http://schemas.microsoft.com/office/drawing/2014/main" id="{21338E00-1816-4618-83FC-76519C98CAE9}"/>
              </a:ext>
            </a:extLst>
          </p:cNvPr>
          <p:cNvSpPr>
            <a:spLocks xmlns:a="http://schemas.openxmlformats.org/drawingml/2006/main" noGrp="1"/>
          </p:cNvSpPr>
          <p:nvPr/>
        </p:nvSpPr>
        <p:spPr>
          <a:xfrm xmlns:a="http://schemas.openxmlformats.org/drawingml/2006/main">
            <a:off x="9010650" y="2647950"/>
            <a:ext cx="2476500" cy="28575"/>
          </a:xfrm>
          <a:prstGeom xmlns:a="http://schemas.openxmlformats.org/drawingml/2006/main" prst="rect">
            <a:avLst/>
          </a:prstGeom>
          <a:solidFill xmlns:a="http://schemas.openxmlformats.org/drawingml/2006/main">
            <a:srgbClr val="E6EEF1"/>
          </a:solidFill>
          <a:ln xmlns:a="http://schemas.openxmlformats.org/drawingml/2006/main" w="0">
            <a:noFill/>
            <a:prstDash val="solid"/>
          </a:ln>
        </p:spPr>
      </p:sp>
      <p:sp>
        <p:nvSpPr>
          <p:cNvPr id="16" name="b3">
            <a:extLst xmlns:a="http://schemas.openxmlformats.org/drawingml/2006/main">
              <a:ext uri="{FF2B5EF4-FFF2-40B4-BE49-F238E27FC236}">
                <a16:creationId xmlns:a16="http://schemas.microsoft.com/office/drawing/2014/main" id="{43C571F1-0125-4933-A1B6-97C4F6B7599E}"/>
              </a:ext>
            </a:extLst>
          </p:cNvPr>
          <p:cNvSpPr>
            <a:spLocks xmlns:a="http://schemas.openxmlformats.org/drawingml/2006/main" noGrp="1"/>
          </p:cNvSpPr>
          <p:nvPr/>
        </p:nvSpPr>
        <p:spPr>
          <a:xfrm xmlns:a="http://schemas.openxmlformats.org/drawingml/2006/main">
            <a:off x="9010650" y="3000375"/>
            <a:ext cx="24765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12C40"/>
                </a:solidFill>
                <a:latin typeface="Nimbus Sans"/>
                <a:ea typeface="Nimbus Sans"/>
                <a:cs typeface="Nimbus Sans"/>
              </a:defRPr>
            </a:defPPr>
            <a:lvl1pPr>
              <a:defRPr sz="1950" b="0">
                <a:solidFill>
                  <a:srgbClr val="112C40"/>
                </a:solidFill>
                <a:latin typeface="Nimbus Sans"/>
                <a:ea typeface="Nimbus Sans"/>
                <a:cs typeface="Nimbus Sans"/>
              </a:defRPr>
            </a:lvl1pPr>
            <a:lvl2pPr>
              <a:defRPr sz="1950" b="0">
                <a:solidFill>
                  <a:srgbClr val="112C40"/>
                </a:solidFill>
                <a:latin typeface="Nimbus Sans"/>
                <a:ea typeface="Nimbus Sans"/>
                <a:cs typeface="Nimbus Sans"/>
              </a:defRPr>
            </a:lvl2pPr>
            <a:lvl3pPr>
              <a:defRPr sz="1950" b="0">
                <a:solidFill>
                  <a:srgbClr val="112C40"/>
                </a:solidFill>
                <a:latin typeface="Nimbus Sans"/>
                <a:ea typeface="Nimbus Sans"/>
                <a:cs typeface="Nimbus Sans"/>
              </a:defRPr>
            </a:lvl3pPr>
            <a:lvl4pPr>
              <a:defRPr sz="1950" b="0">
                <a:solidFill>
                  <a:srgbClr val="112C40"/>
                </a:solidFill>
                <a:latin typeface="Nimbus Sans"/>
                <a:ea typeface="Nimbus Sans"/>
                <a:cs typeface="Nimbus Sans"/>
              </a:defRPr>
            </a:lvl4pPr>
            <a:lvl5pPr>
              <a:defRPr sz="1950" b="0">
                <a:solidFill>
                  <a:srgbClr val="112C40"/>
                </a:solidFill>
                <a:latin typeface="Nimbus Sans"/>
                <a:ea typeface="Nimbus Sans"/>
                <a:cs typeface="Nimbus Sans"/>
              </a:defRPr>
            </a:lvl5pPr>
            <a:lvl6pPr>
              <a:defRPr sz="1950" b="0">
                <a:solidFill>
                  <a:srgbClr val="112C40"/>
                </a:solidFill>
                <a:latin typeface="Nimbus Sans"/>
                <a:ea typeface="Nimbus Sans"/>
                <a:cs typeface="Nimbus Sans"/>
              </a:defRPr>
            </a:lvl6pPr>
            <a:lvl7pPr>
              <a:defRPr sz="1950" b="0">
                <a:solidFill>
                  <a:srgbClr val="112C40"/>
                </a:solidFill>
                <a:latin typeface="Nimbus Sans"/>
                <a:ea typeface="Nimbus Sans"/>
                <a:cs typeface="Nimbus Sans"/>
              </a:defRPr>
            </a:lvl7pPr>
            <a:lvl8pPr>
              <a:defRPr sz="1950" b="0">
                <a:solidFill>
                  <a:srgbClr val="112C40"/>
                </a:solidFill>
                <a:latin typeface="Nimbus Sans"/>
                <a:ea typeface="Nimbus Sans"/>
                <a:cs typeface="Nimbus Sans"/>
              </a:defRPr>
            </a:lvl8pPr>
            <a:lvl9pPr>
              <a:defRPr sz="1950" b="0">
                <a:solidFill>
                  <a:srgbClr val="112C40"/>
                </a:solidFill>
                <a:latin typeface="Nimbus Sans"/>
                <a:ea typeface="Nimbus Sans"/>
                <a:cs typeface="Nimbus Sans"/>
              </a:defRPr>
            </a:lvl9pPr>
          </a:lstStyle>
          <a:p xmlns:a="http://schemas.openxmlformats.org/drawingml/2006/main">
            <a:pPr>
              <a:defRPr sz="1950" b="0">
                <a:solidFill>
                  <a:srgbClr val="112C40"/>
                </a:solidFill>
                <a:latin typeface="Nimbus Sans"/>
                <a:ea typeface="Nimbus Sans"/>
                <a:cs typeface="Nimbus Sans"/>
              </a:defRPr>
            </a:pPr>
            <a:r>
              <a:rPr sz="1950" b="0">
                <a:solidFill>
                  <a:srgbClr val="112C40"/>
                </a:solidFill>
                <a:latin typeface="Nimbus Sans"/>
                <a:ea typeface="Nimbus Sans"/>
                <a:cs typeface="Nimbus Sans"/>
              </a:rPr>
              <a:t>Orthogonal tests, rescue</a:t>
            </a:r>
          </a:p>
          <a:p xmlns:a="http://schemas.openxmlformats.org/drawingml/2006/main">
            <a:pPr>
              <a:defRPr sz="1950" b="0">
                <a:solidFill>
                  <a:srgbClr val="112C40"/>
                </a:solidFill>
                <a:latin typeface="Nimbus Sans"/>
                <a:ea typeface="Nimbus Sans"/>
                <a:cs typeface="Nimbus Sans"/>
              </a:defRPr>
            </a:pPr>
            <a:r>
              <a:rPr sz="1950" b="0">
                <a:solidFill>
                  <a:srgbClr val="112C40"/>
                </a:solidFill>
                <a:latin typeface="Nimbus Sans"/>
                <a:ea typeface="Nimbus Sans"/>
                <a:cs typeface="Nimbus Sans"/>
              </a:rPr>
              <a:t>and independent function</a:t>
            </a:r>
          </a:p>
        </p:txBody>
      </p:sp>
      <p:sp>
        <p:nvSpPr>
          <p:cNvPr id="17" name="compare">
            <a:extLst xmlns:a="http://schemas.openxmlformats.org/drawingml/2006/main">
              <a:ext uri="{FF2B5EF4-FFF2-40B4-BE49-F238E27FC236}">
                <a16:creationId xmlns:a16="http://schemas.microsoft.com/office/drawing/2014/main" id="{3CD5E89C-BCAC-4096-A8AB-B99A615A0370}"/>
              </a:ext>
            </a:extLst>
          </p:cNvPr>
          <p:cNvSpPr>
            <a:spLocks xmlns:a="http://schemas.openxmlformats.org/drawingml/2006/main" noGrp="1"/>
          </p:cNvSpPr>
          <p:nvPr/>
        </p:nvSpPr>
        <p:spPr>
          <a:xfrm xmlns:a="http://schemas.openxmlformats.org/drawingml/2006/main">
            <a:off x="609600" y="490537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1">
                <a:solidFill>
                  <a:srgbClr val="112C40"/>
                </a:solidFill>
                <a:latin typeface="Nimbus Sans"/>
                <a:ea typeface="Nimbus Sans"/>
                <a:cs typeface="Nimbus Sans"/>
              </a:defRPr>
            </a:defPPr>
            <a:lvl1pPr>
              <a:defRPr sz="2325" b="1">
                <a:solidFill>
                  <a:srgbClr val="112C40"/>
                </a:solidFill>
                <a:latin typeface="Nimbus Sans"/>
                <a:ea typeface="Nimbus Sans"/>
                <a:cs typeface="Nimbus Sans"/>
              </a:defRPr>
            </a:lvl1pPr>
            <a:lvl2pPr>
              <a:defRPr sz="2325" b="1">
                <a:solidFill>
                  <a:srgbClr val="112C40"/>
                </a:solidFill>
                <a:latin typeface="Nimbus Sans"/>
                <a:ea typeface="Nimbus Sans"/>
                <a:cs typeface="Nimbus Sans"/>
              </a:defRPr>
            </a:lvl2pPr>
            <a:lvl3pPr>
              <a:defRPr sz="2325" b="1">
                <a:solidFill>
                  <a:srgbClr val="112C40"/>
                </a:solidFill>
                <a:latin typeface="Nimbus Sans"/>
                <a:ea typeface="Nimbus Sans"/>
                <a:cs typeface="Nimbus Sans"/>
              </a:defRPr>
            </a:lvl3pPr>
            <a:lvl4pPr>
              <a:defRPr sz="2325" b="1">
                <a:solidFill>
                  <a:srgbClr val="112C40"/>
                </a:solidFill>
                <a:latin typeface="Nimbus Sans"/>
                <a:ea typeface="Nimbus Sans"/>
                <a:cs typeface="Nimbus Sans"/>
              </a:defRPr>
            </a:lvl4pPr>
            <a:lvl5pPr>
              <a:defRPr sz="2325" b="1">
                <a:solidFill>
                  <a:srgbClr val="112C40"/>
                </a:solidFill>
                <a:latin typeface="Nimbus Sans"/>
                <a:ea typeface="Nimbus Sans"/>
                <a:cs typeface="Nimbus Sans"/>
              </a:defRPr>
            </a:lvl5pPr>
            <a:lvl6pPr>
              <a:defRPr sz="2325" b="1">
                <a:solidFill>
                  <a:srgbClr val="112C40"/>
                </a:solidFill>
                <a:latin typeface="Nimbus Sans"/>
                <a:ea typeface="Nimbus Sans"/>
                <a:cs typeface="Nimbus Sans"/>
              </a:defRPr>
            </a:lvl6pPr>
            <a:lvl7pPr>
              <a:defRPr sz="2325" b="1">
                <a:solidFill>
                  <a:srgbClr val="112C40"/>
                </a:solidFill>
                <a:latin typeface="Nimbus Sans"/>
                <a:ea typeface="Nimbus Sans"/>
                <a:cs typeface="Nimbus Sans"/>
              </a:defRPr>
            </a:lvl7pPr>
            <a:lvl8pPr>
              <a:defRPr sz="2325" b="1">
                <a:solidFill>
                  <a:srgbClr val="112C40"/>
                </a:solidFill>
                <a:latin typeface="Nimbus Sans"/>
                <a:ea typeface="Nimbus Sans"/>
                <a:cs typeface="Nimbus Sans"/>
              </a:defRPr>
            </a:lvl8pPr>
            <a:lvl9pPr>
              <a:defRPr sz="2325" b="1">
                <a:solidFill>
                  <a:srgbClr val="112C40"/>
                </a:solidFill>
                <a:latin typeface="Nimbus Sans"/>
                <a:ea typeface="Nimbus Sans"/>
                <a:cs typeface="Nimbus Sans"/>
              </a:defRPr>
            </a:lvl9pPr>
          </a:lstStyle>
          <a:p xmlns:a="http://schemas.openxmlformats.org/drawingml/2006/main">
            <a:pPr>
              <a:defRPr sz="2325" b="1">
                <a:solidFill>
                  <a:srgbClr val="112C40"/>
                </a:solidFill>
                <a:latin typeface="Nimbus Sans"/>
                <a:ea typeface="Nimbus Sans"/>
                <a:cs typeface="Nimbus Sans"/>
              </a:defRPr>
            </a:pPr>
            <a:r>
              <a:rPr sz="2325" b="1">
                <a:solidFill>
                  <a:srgbClr val="112C40"/>
                </a:solidFill>
                <a:latin typeface="Nimbus Sans"/>
                <a:ea typeface="Nimbus Sans"/>
                <a:cs typeface="Nimbus Sans"/>
              </a:rPr>
              <a:t>Model value is measured by independently confirmed discoveries per dollar against expert nomination and random eligible targets.</a:t>
            </a:r>
          </a:p>
        </p:txBody>
      </p:sp>
    </p:spTree>
    <p:extLst>
      <p:ext uri="{BB962C8B-B14F-4D97-AF65-F5344CB8AC3E}">
        <p14:creationId xmlns:p14="http://schemas.microsoft.com/office/powerpoint/2010/main" val="1448299641"/>
      </p:ext>
    </p:extLst>
  </p:cSld>
</p:sld>
</file>

<file path=ppt/slides/slide5.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9073F3F5-34C7-4F74-8B89-A1BA85077334}"/>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12C40"/>
                </a:solidFill>
                <a:latin typeface="Nimbus Sans"/>
                <a:ea typeface="Nimbus Sans"/>
                <a:cs typeface="Nimbus Sans"/>
              </a:defRPr>
            </a:defPPr>
            <a:lvl1pPr>
              <a:defRPr sz="3225" b="1">
                <a:solidFill>
                  <a:srgbClr val="112C40"/>
                </a:solidFill>
                <a:latin typeface="Nimbus Sans"/>
                <a:ea typeface="Nimbus Sans"/>
                <a:cs typeface="Nimbus Sans"/>
              </a:defRPr>
            </a:lvl1pPr>
            <a:lvl2pPr>
              <a:defRPr sz="3225" b="1">
                <a:solidFill>
                  <a:srgbClr val="112C40"/>
                </a:solidFill>
                <a:latin typeface="Nimbus Sans"/>
                <a:ea typeface="Nimbus Sans"/>
                <a:cs typeface="Nimbus Sans"/>
              </a:defRPr>
            </a:lvl2pPr>
            <a:lvl3pPr>
              <a:defRPr sz="3225" b="1">
                <a:solidFill>
                  <a:srgbClr val="112C40"/>
                </a:solidFill>
                <a:latin typeface="Nimbus Sans"/>
                <a:ea typeface="Nimbus Sans"/>
                <a:cs typeface="Nimbus Sans"/>
              </a:defRPr>
            </a:lvl3pPr>
            <a:lvl4pPr>
              <a:defRPr sz="3225" b="1">
                <a:solidFill>
                  <a:srgbClr val="112C40"/>
                </a:solidFill>
                <a:latin typeface="Nimbus Sans"/>
                <a:ea typeface="Nimbus Sans"/>
                <a:cs typeface="Nimbus Sans"/>
              </a:defRPr>
            </a:lvl4pPr>
            <a:lvl5pPr>
              <a:defRPr sz="3225" b="1">
                <a:solidFill>
                  <a:srgbClr val="112C40"/>
                </a:solidFill>
                <a:latin typeface="Nimbus Sans"/>
                <a:ea typeface="Nimbus Sans"/>
                <a:cs typeface="Nimbus Sans"/>
              </a:defRPr>
            </a:lvl5pPr>
            <a:lvl6pPr>
              <a:defRPr sz="3225" b="1">
                <a:solidFill>
                  <a:srgbClr val="112C40"/>
                </a:solidFill>
                <a:latin typeface="Nimbus Sans"/>
                <a:ea typeface="Nimbus Sans"/>
                <a:cs typeface="Nimbus Sans"/>
              </a:defRPr>
            </a:lvl6pPr>
            <a:lvl7pPr>
              <a:defRPr sz="3225" b="1">
                <a:solidFill>
                  <a:srgbClr val="112C40"/>
                </a:solidFill>
                <a:latin typeface="Nimbus Sans"/>
                <a:ea typeface="Nimbus Sans"/>
                <a:cs typeface="Nimbus Sans"/>
              </a:defRPr>
            </a:lvl7pPr>
            <a:lvl8pPr>
              <a:defRPr sz="3225" b="1">
                <a:solidFill>
                  <a:srgbClr val="112C40"/>
                </a:solidFill>
                <a:latin typeface="Nimbus Sans"/>
                <a:ea typeface="Nimbus Sans"/>
                <a:cs typeface="Nimbus Sans"/>
              </a:defRPr>
            </a:lvl8pPr>
            <a:lvl9pPr>
              <a:defRPr sz="3225" b="1">
                <a:solidFill>
                  <a:srgbClr val="112C40"/>
                </a:solidFill>
                <a:latin typeface="Nimbus Sans"/>
                <a:ea typeface="Nimbus Sans"/>
                <a:cs typeface="Nimbus Sans"/>
              </a:defRPr>
            </a:lvl9pPr>
          </a:lstStyle>
          <a:p xmlns:a="http://schemas.openxmlformats.org/drawingml/2006/main">
            <a:pPr>
              <a:defRPr sz="3225" b="1">
                <a:solidFill>
                  <a:srgbClr val="112C40"/>
                </a:solidFill>
                <a:latin typeface="Nimbus Sans"/>
                <a:ea typeface="Nimbus Sans"/>
                <a:cs typeface="Nimbus Sans"/>
              </a:defRPr>
            </a:pPr>
            <a:r>
              <a:rPr sz="3225" b="1">
                <a:solidFill>
                  <a:srgbClr val="112C40"/>
                </a:solidFill>
                <a:latin typeface="Nimbus Sans"/>
                <a:ea typeface="Nimbus Sans"/>
                <a:cs typeface="Nimbus Sans"/>
              </a:rPr>
              <a:t>A balanced screen and independent confirmation</a:t>
            </a:r>
          </a:p>
        </p:txBody>
      </p:sp>
      <p:sp>
        <p:nvSpPr>
          <p:cNvPr id="2" name="rule">
            <a:extLst xmlns:a="http://schemas.openxmlformats.org/drawingml/2006/main">
              <a:ext uri="{FF2B5EF4-FFF2-40B4-BE49-F238E27FC236}">
                <a16:creationId xmlns:a16="http://schemas.microsoft.com/office/drawing/2014/main" id="{215806BB-E1FB-40BD-A2C3-C7C4635A93B9}"/>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87E8B"/>
          </a:solidFill>
          <a:ln xmlns:a="http://schemas.openxmlformats.org/drawingml/2006/main" w="0">
            <a:noFill/>
            <a:prstDash val="solid"/>
          </a:ln>
        </p:spPr>
      </p:sp>
      <p:sp>
        <p:nvSpPr>
          <p:cNvPr id="3" name="footer">
            <a:extLst xmlns:a="http://schemas.openxmlformats.org/drawingml/2006/main">
              <a:ext uri="{FF2B5EF4-FFF2-40B4-BE49-F238E27FC236}">
                <a16:creationId xmlns:a16="http://schemas.microsoft.com/office/drawing/2014/main" id="{2CDC225E-E8AB-4538-B6B3-4410AE1C670F}"/>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486171"/>
                </a:solidFill>
                <a:latin typeface="Nimbus Sans"/>
                <a:ea typeface="Nimbus Sans"/>
                <a:cs typeface="Nimbus Sans"/>
              </a:defRPr>
            </a:defPPr>
            <a:lvl1pPr>
              <a:defRPr sz="1125" b="0">
                <a:solidFill>
                  <a:srgbClr val="486171"/>
                </a:solidFill>
                <a:latin typeface="Nimbus Sans"/>
                <a:ea typeface="Nimbus Sans"/>
                <a:cs typeface="Nimbus Sans"/>
              </a:defRPr>
            </a:lvl1pPr>
            <a:lvl2pPr>
              <a:defRPr sz="1125" b="0">
                <a:solidFill>
                  <a:srgbClr val="486171"/>
                </a:solidFill>
                <a:latin typeface="Nimbus Sans"/>
                <a:ea typeface="Nimbus Sans"/>
                <a:cs typeface="Nimbus Sans"/>
              </a:defRPr>
            </a:lvl2pPr>
            <a:lvl3pPr>
              <a:defRPr sz="1125" b="0">
                <a:solidFill>
                  <a:srgbClr val="486171"/>
                </a:solidFill>
                <a:latin typeface="Nimbus Sans"/>
                <a:ea typeface="Nimbus Sans"/>
                <a:cs typeface="Nimbus Sans"/>
              </a:defRPr>
            </a:lvl3pPr>
            <a:lvl4pPr>
              <a:defRPr sz="1125" b="0">
                <a:solidFill>
                  <a:srgbClr val="486171"/>
                </a:solidFill>
                <a:latin typeface="Nimbus Sans"/>
                <a:ea typeface="Nimbus Sans"/>
                <a:cs typeface="Nimbus Sans"/>
              </a:defRPr>
            </a:lvl4pPr>
            <a:lvl5pPr>
              <a:defRPr sz="1125" b="0">
                <a:solidFill>
                  <a:srgbClr val="486171"/>
                </a:solidFill>
                <a:latin typeface="Nimbus Sans"/>
                <a:ea typeface="Nimbus Sans"/>
                <a:cs typeface="Nimbus Sans"/>
              </a:defRPr>
            </a:lvl5pPr>
            <a:lvl6pPr>
              <a:defRPr sz="1125" b="0">
                <a:solidFill>
                  <a:srgbClr val="486171"/>
                </a:solidFill>
                <a:latin typeface="Nimbus Sans"/>
                <a:ea typeface="Nimbus Sans"/>
                <a:cs typeface="Nimbus Sans"/>
              </a:defRPr>
            </a:lvl6pPr>
            <a:lvl7pPr>
              <a:defRPr sz="1125" b="0">
                <a:solidFill>
                  <a:srgbClr val="486171"/>
                </a:solidFill>
                <a:latin typeface="Nimbus Sans"/>
                <a:ea typeface="Nimbus Sans"/>
                <a:cs typeface="Nimbus Sans"/>
              </a:defRPr>
            </a:lvl7pPr>
            <a:lvl8pPr>
              <a:defRPr sz="1125" b="0">
                <a:solidFill>
                  <a:srgbClr val="486171"/>
                </a:solidFill>
                <a:latin typeface="Nimbus Sans"/>
                <a:ea typeface="Nimbus Sans"/>
                <a:cs typeface="Nimbus Sans"/>
              </a:defRPr>
            </a:lvl8pPr>
            <a:lvl9pPr>
              <a:defRPr sz="1125" b="0">
                <a:solidFill>
                  <a:srgbClr val="486171"/>
                </a:solidFill>
                <a:latin typeface="Nimbus Sans"/>
                <a:ea typeface="Nimbus Sans"/>
                <a:cs typeface="Nimbus Sans"/>
              </a:defRPr>
            </a:lvl9pPr>
          </a:lstStyle>
          <a:p xmlns:a="http://schemas.openxmlformats.org/drawingml/2006/main">
            <a:pPr>
              <a:defRPr sz="1125" b="0">
                <a:solidFill>
                  <a:srgbClr val="486171"/>
                </a:solidFill>
                <a:latin typeface="Nimbus Sans"/>
                <a:ea typeface="Nimbus Sans"/>
                <a:cs typeface="Nimbus Sans"/>
              </a:defRPr>
            </a:pPr>
            <a:r>
              <a:rPr sz="1125" b="0">
                <a:solidFill>
                  <a:srgbClr val="486171"/>
                </a:solidFill>
                <a:latin typeface="Nimbus Sans"/>
                <a:ea typeface="Nimbus Sans"/>
                <a:cs typeface="Nimbus Sans"/>
              </a:rPr>
              <a:t>White paper pp. 10–13</a:t>
            </a:r>
          </a:p>
        </p:txBody>
      </p:sp>
      <p:sp>
        <p:nvSpPr>
          <p:cNvPr id="4" name="page">
            <a:extLst xmlns:a="http://schemas.openxmlformats.org/drawingml/2006/main">
              <a:ext uri="{FF2B5EF4-FFF2-40B4-BE49-F238E27FC236}">
                <a16:creationId xmlns:a16="http://schemas.microsoft.com/office/drawing/2014/main" id="{8025BD93-7E59-47AD-BCF3-DD00747F2FB1}"/>
              </a:ext>
            </a:extLst>
          </p:cNvPr>
          <p:cNvSpPr>
            <a:spLocks xmlns:a="http://schemas.openxmlformats.org/drawingml/2006/main" noGrp="1"/>
          </p:cNvSpPr>
          <p:nvPr/>
        </p:nvSpPr>
        <p:spPr>
          <a:xfrm xmlns:a="http://schemas.openxmlformats.org/drawingml/2006/main">
            <a:off x="11172825" y="6429375"/>
            <a:ext cx="4095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486171"/>
                </a:solidFill>
                <a:latin typeface="Nimbus Sans"/>
                <a:ea typeface="Nimbus Sans"/>
                <a:cs typeface="Nimbus Sans"/>
              </a:defRPr>
            </a:defPPr>
            <a:lvl1pPr>
              <a:defRPr sz="1125" b="0">
                <a:solidFill>
                  <a:srgbClr val="486171"/>
                </a:solidFill>
                <a:latin typeface="Nimbus Sans"/>
                <a:ea typeface="Nimbus Sans"/>
                <a:cs typeface="Nimbus Sans"/>
              </a:defRPr>
            </a:lvl1pPr>
            <a:lvl2pPr>
              <a:defRPr sz="1125" b="0">
                <a:solidFill>
                  <a:srgbClr val="486171"/>
                </a:solidFill>
                <a:latin typeface="Nimbus Sans"/>
                <a:ea typeface="Nimbus Sans"/>
                <a:cs typeface="Nimbus Sans"/>
              </a:defRPr>
            </a:lvl2pPr>
            <a:lvl3pPr>
              <a:defRPr sz="1125" b="0">
                <a:solidFill>
                  <a:srgbClr val="486171"/>
                </a:solidFill>
                <a:latin typeface="Nimbus Sans"/>
                <a:ea typeface="Nimbus Sans"/>
                <a:cs typeface="Nimbus Sans"/>
              </a:defRPr>
            </a:lvl3pPr>
            <a:lvl4pPr>
              <a:defRPr sz="1125" b="0">
                <a:solidFill>
                  <a:srgbClr val="486171"/>
                </a:solidFill>
                <a:latin typeface="Nimbus Sans"/>
                <a:ea typeface="Nimbus Sans"/>
                <a:cs typeface="Nimbus Sans"/>
              </a:defRPr>
            </a:lvl4pPr>
            <a:lvl5pPr>
              <a:defRPr sz="1125" b="0">
                <a:solidFill>
                  <a:srgbClr val="486171"/>
                </a:solidFill>
                <a:latin typeface="Nimbus Sans"/>
                <a:ea typeface="Nimbus Sans"/>
                <a:cs typeface="Nimbus Sans"/>
              </a:defRPr>
            </a:lvl5pPr>
            <a:lvl6pPr>
              <a:defRPr sz="1125" b="0">
                <a:solidFill>
                  <a:srgbClr val="486171"/>
                </a:solidFill>
                <a:latin typeface="Nimbus Sans"/>
                <a:ea typeface="Nimbus Sans"/>
                <a:cs typeface="Nimbus Sans"/>
              </a:defRPr>
            </a:lvl6pPr>
            <a:lvl7pPr>
              <a:defRPr sz="1125" b="0">
                <a:solidFill>
                  <a:srgbClr val="486171"/>
                </a:solidFill>
                <a:latin typeface="Nimbus Sans"/>
                <a:ea typeface="Nimbus Sans"/>
                <a:cs typeface="Nimbus Sans"/>
              </a:defRPr>
            </a:lvl7pPr>
            <a:lvl8pPr>
              <a:defRPr sz="1125" b="0">
                <a:solidFill>
                  <a:srgbClr val="486171"/>
                </a:solidFill>
                <a:latin typeface="Nimbus Sans"/>
                <a:ea typeface="Nimbus Sans"/>
                <a:cs typeface="Nimbus Sans"/>
              </a:defRPr>
            </a:lvl8pPr>
            <a:lvl9pPr>
              <a:defRPr sz="1125" b="0">
                <a:solidFill>
                  <a:srgbClr val="486171"/>
                </a:solidFill>
                <a:latin typeface="Nimbus Sans"/>
                <a:ea typeface="Nimbus Sans"/>
                <a:cs typeface="Nimbus Sans"/>
              </a:defRPr>
            </a:lvl9pPr>
          </a:lstStyle>
          <a:p xmlns:a="http://schemas.openxmlformats.org/drawingml/2006/main">
            <a:pPr>
              <a:defRPr sz="1125" b="0">
                <a:solidFill>
                  <a:srgbClr val="486171"/>
                </a:solidFill>
                <a:latin typeface="Nimbus Sans"/>
                <a:ea typeface="Nimbus Sans"/>
                <a:cs typeface="Nimbus Sans"/>
              </a:defRPr>
            </a:pPr>
            <a:r>
              <a:rPr sz="1125" b="0">
                <a:solidFill>
                  <a:srgbClr val="486171"/>
                </a:solidFill>
                <a:latin typeface="Nimbus Sans"/>
                <a:ea typeface="Nimbus Sans"/>
                <a:cs typeface="Nimbus Sans"/>
              </a:rPr>
              <a:t>5</a:t>
            </a:r>
          </a:p>
        </p:txBody>
      </p:sp>
      <p:sp>
        <p:nvSpPr>
          <p:cNvPr id="5" name="count0">
            <a:extLst xmlns:a="http://schemas.openxmlformats.org/drawingml/2006/main">
              <a:ext uri="{FF2B5EF4-FFF2-40B4-BE49-F238E27FC236}">
                <a16:creationId xmlns:a16="http://schemas.microsoft.com/office/drawing/2014/main" id="{ED084532-DCC8-4269-B0DF-8B9B69616A57}"/>
              </a:ext>
            </a:extLst>
          </p:cNvPr>
          <p:cNvSpPr>
            <a:spLocks xmlns:a="http://schemas.openxmlformats.org/drawingml/2006/main" noGrp="1"/>
          </p:cNvSpPr>
          <p:nvPr/>
        </p:nvSpPr>
        <p:spPr>
          <a:xfrm xmlns:a="http://schemas.openxmlformats.org/drawingml/2006/main">
            <a:off x="609600" y="1647825"/>
            <a:ext cx="333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5400" b="1">
                <a:solidFill>
                  <a:srgbClr val="087E8B"/>
                </a:solidFill>
                <a:latin typeface="Nimbus Sans"/>
                <a:ea typeface="Nimbus Sans"/>
                <a:cs typeface="Nimbus Sans"/>
              </a:defRPr>
            </a:defPPr>
            <a:lvl1pPr>
              <a:defRPr sz="5400" b="1">
                <a:solidFill>
                  <a:srgbClr val="087E8B"/>
                </a:solidFill>
                <a:latin typeface="Nimbus Sans"/>
                <a:ea typeface="Nimbus Sans"/>
                <a:cs typeface="Nimbus Sans"/>
              </a:defRPr>
            </a:lvl1pPr>
            <a:lvl2pPr>
              <a:defRPr sz="5400" b="1">
                <a:solidFill>
                  <a:srgbClr val="087E8B"/>
                </a:solidFill>
                <a:latin typeface="Nimbus Sans"/>
                <a:ea typeface="Nimbus Sans"/>
                <a:cs typeface="Nimbus Sans"/>
              </a:defRPr>
            </a:lvl2pPr>
            <a:lvl3pPr>
              <a:defRPr sz="5400" b="1">
                <a:solidFill>
                  <a:srgbClr val="087E8B"/>
                </a:solidFill>
                <a:latin typeface="Nimbus Sans"/>
                <a:ea typeface="Nimbus Sans"/>
                <a:cs typeface="Nimbus Sans"/>
              </a:defRPr>
            </a:lvl3pPr>
            <a:lvl4pPr>
              <a:defRPr sz="5400" b="1">
                <a:solidFill>
                  <a:srgbClr val="087E8B"/>
                </a:solidFill>
                <a:latin typeface="Nimbus Sans"/>
                <a:ea typeface="Nimbus Sans"/>
                <a:cs typeface="Nimbus Sans"/>
              </a:defRPr>
            </a:lvl4pPr>
            <a:lvl5pPr>
              <a:defRPr sz="5400" b="1">
                <a:solidFill>
                  <a:srgbClr val="087E8B"/>
                </a:solidFill>
                <a:latin typeface="Nimbus Sans"/>
                <a:ea typeface="Nimbus Sans"/>
                <a:cs typeface="Nimbus Sans"/>
              </a:defRPr>
            </a:lvl5pPr>
            <a:lvl6pPr>
              <a:defRPr sz="5400" b="1">
                <a:solidFill>
                  <a:srgbClr val="087E8B"/>
                </a:solidFill>
                <a:latin typeface="Nimbus Sans"/>
                <a:ea typeface="Nimbus Sans"/>
                <a:cs typeface="Nimbus Sans"/>
              </a:defRPr>
            </a:lvl6pPr>
            <a:lvl7pPr>
              <a:defRPr sz="5400" b="1">
                <a:solidFill>
                  <a:srgbClr val="087E8B"/>
                </a:solidFill>
                <a:latin typeface="Nimbus Sans"/>
                <a:ea typeface="Nimbus Sans"/>
                <a:cs typeface="Nimbus Sans"/>
              </a:defRPr>
            </a:lvl7pPr>
            <a:lvl8pPr>
              <a:defRPr sz="5400" b="1">
                <a:solidFill>
                  <a:srgbClr val="087E8B"/>
                </a:solidFill>
                <a:latin typeface="Nimbus Sans"/>
                <a:ea typeface="Nimbus Sans"/>
                <a:cs typeface="Nimbus Sans"/>
              </a:defRPr>
            </a:lvl8pPr>
            <a:lvl9pPr>
              <a:defRPr sz="5400" b="1">
                <a:solidFill>
                  <a:srgbClr val="087E8B"/>
                </a:solidFill>
                <a:latin typeface="Nimbus Sans"/>
                <a:ea typeface="Nimbus Sans"/>
                <a:cs typeface="Nimbus Sans"/>
              </a:defRPr>
            </a:lvl9pPr>
          </a:lstStyle>
          <a:p xmlns:a="http://schemas.openxmlformats.org/drawingml/2006/main">
            <a:pPr>
              <a:defRPr sz="5400" b="1">
                <a:solidFill>
                  <a:srgbClr val="087E8B"/>
                </a:solidFill>
                <a:latin typeface="Nimbus Sans"/>
                <a:ea typeface="Nimbus Sans"/>
                <a:cs typeface="Nimbus Sans"/>
              </a:defRPr>
            </a:pPr>
            <a:r>
              <a:rPr sz="5400" b="1">
                <a:solidFill>
                  <a:srgbClr val="087E8B"/>
                </a:solidFill>
                <a:latin typeface="Nimbus Sans"/>
                <a:ea typeface="Nimbus Sans"/>
                <a:cs typeface="Nimbus Sans"/>
              </a:rPr>
              <a:t>60</a:t>
            </a:r>
          </a:p>
        </p:txBody>
      </p:sp>
      <p:sp>
        <p:nvSpPr>
          <p:cNvPr id="6" name="arm0">
            <a:extLst xmlns:a="http://schemas.openxmlformats.org/drawingml/2006/main">
              <a:ext uri="{FF2B5EF4-FFF2-40B4-BE49-F238E27FC236}">
                <a16:creationId xmlns:a16="http://schemas.microsoft.com/office/drawing/2014/main" id="{465423A6-8321-4D83-B73A-A8AF06DB9FBF}"/>
              </a:ext>
            </a:extLst>
          </p:cNvPr>
          <p:cNvSpPr>
            <a:spLocks xmlns:a="http://schemas.openxmlformats.org/drawingml/2006/main" noGrp="1"/>
          </p:cNvSpPr>
          <p:nvPr/>
        </p:nvSpPr>
        <p:spPr>
          <a:xfrm xmlns:a="http://schemas.openxmlformats.org/drawingml/2006/main">
            <a:off x="609600" y="2543175"/>
            <a:ext cx="323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12C40"/>
                </a:solidFill>
                <a:latin typeface="Nimbus Sans"/>
                <a:ea typeface="Nimbus Sans"/>
                <a:cs typeface="Nimbus Sans"/>
              </a:defRPr>
            </a:defPPr>
            <a:lvl1pPr>
              <a:defRPr sz="2025" b="0">
                <a:solidFill>
                  <a:srgbClr val="112C40"/>
                </a:solidFill>
                <a:latin typeface="Nimbus Sans"/>
                <a:ea typeface="Nimbus Sans"/>
                <a:cs typeface="Nimbus Sans"/>
              </a:defRPr>
            </a:lvl1pPr>
            <a:lvl2pPr>
              <a:defRPr sz="2025" b="0">
                <a:solidFill>
                  <a:srgbClr val="112C40"/>
                </a:solidFill>
                <a:latin typeface="Nimbus Sans"/>
                <a:ea typeface="Nimbus Sans"/>
                <a:cs typeface="Nimbus Sans"/>
              </a:defRPr>
            </a:lvl2pPr>
            <a:lvl3pPr>
              <a:defRPr sz="2025" b="0">
                <a:solidFill>
                  <a:srgbClr val="112C40"/>
                </a:solidFill>
                <a:latin typeface="Nimbus Sans"/>
                <a:ea typeface="Nimbus Sans"/>
                <a:cs typeface="Nimbus Sans"/>
              </a:defRPr>
            </a:lvl3pPr>
            <a:lvl4pPr>
              <a:defRPr sz="2025" b="0">
                <a:solidFill>
                  <a:srgbClr val="112C40"/>
                </a:solidFill>
                <a:latin typeface="Nimbus Sans"/>
                <a:ea typeface="Nimbus Sans"/>
                <a:cs typeface="Nimbus Sans"/>
              </a:defRPr>
            </a:lvl4pPr>
            <a:lvl5pPr>
              <a:defRPr sz="2025" b="0">
                <a:solidFill>
                  <a:srgbClr val="112C40"/>
                </a:solidFill>
                <a:latin typeface="Nimbus Sans"/>
                <a:ea typeface="Nimbus Sans"/>
                <a:cs typeface="Nimbus Sans"/>
              </a:defRPr>
            </a:lvl5pPr>
            <a:lvl6pPr>
              <a:defRPr sz="2025" b="0">
                <a:solidFill>
                  <a:srgbClr val="112C40"/>
                </a:solidFill>
                <a:latin typeface="Nimbus Sans"/>
                <a:ea typeface="Nimbus Sans"/>
                <a:cs typeface="Nimbus Sans"/>
              </a:defRPr>
            </a:lvl6pPr>
            <a:lvl7pPr>
              <a:defRPr sz="2025" b="0">
                <a:solidFill>
                  <a:srgbClr val="112C40"/>
                </a:solidFill>
                <a:latin typeface="Nimbus Sans"/>
                <a:ea typeface="Nimbus Sans"/>
                <a:cs typeface="Nimbus Sans"/>
              </a:defRPr>
            </a:lvl7pPr>
            <a:lvl8pPr>
              <a:defRPr sz="2025" b="0">
                <a:solidFill>
                  <a:srgbClr val="112C40"/>
                </a:solidFill>
                <a:latin typeface="Nimbus Sans"/>
                <a:ea typeface="Nimbus Sans"/>
                <a:cs typeface="Nimbus Sans"/>
              </a:defRPr>
            </a:lvl8pPr>
            <a:lvl9pPr>
              <a:defRPr sz="2025" b="0">
                <a:solidFill>
                  <a:srgbClr val="112C40"/>
                </a:solidFill>
                <a:latin typeface="Nimbus Sans"/>
                <a:ea typeface="Nimbus Sans"/>
                <a:cs typeface="Nimbus Sans"/>
              </a:defRPr>
            </a:lvl9pPr>
          </a:lstStyle>
          <a:p xmlns:a="http://schemas.openxmlformats.org/drawingml/2006/main">
            <a:pPr>
              <a:defRPr sz="2025" b="0">
                <a:solidFill>
                  <a:srgbClr val="112C40"/>
                </a:solidFill>
                <a:latin typeface="Nimbus Sans"/>
                <a:ea typeface="Nimbus Sans"/>
                <a:cs typeface="Nimbus Sans"/>
              </a:defRPr>
            </a:pPr>
            <a:r>
              <a:rPr sz="2025" b="0">
                <a:solidFill>
                  <a:srgbClr val="112C40"/>
                </a:solidFill>
                <a:latin typeface="Nimbus Sans"/>
                <a:ea typeface="Nimbus Sans"/>
                <a:cs typeface="Nimbus Sans"/>
              </a:rPr>
              <a:t>AI-selected targets</a:t>
            </a:r>
          </a:p>
        </p:txBody>
      </p:sp>
      <p:sp>
        <p:nvSpPr>
          <p:cNvPr id="7" name="count1">
            <a:extLst xmlns:a="http://schemas.openxmlformats.org/drawingml/2006/main">
              <a:ext uri="{FF2B5EF4-FFF2-40B4-BE49-F238E27FC236}">
                <a16:creationId xmlns:a16="http://schemas.microsoft.com/office/drawing/2014/main" id="{4DA450D6-E9C8-43EE-97D9-46A221B84497}"/>
              </a:ext>
            </a:extLst>
          </p:cNvPr>
          <p:cNvSpPr>
            <a:spLocks xmlns:a="http://schemas.openxmlformats.org/drawingml/2006/main" noGrp="1"/>
          </p:cNvSpPr>
          <p:nvPr/>
        </p:nvSpPr>
        <p:spPr>
          <a:xfrm xmlns:a="http://schemas.openxmlformats.org/drawingml/2006/main">
            <a:off x="4324350" y="1647825"/>
            <a:ext cx="333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5400" b="1">
                <a:solidFill>
                  <a:srgbClr val="087E8B"/>
                </a:solidFill>
                <a:latin typeface="Nimbus Sans"/>
                <a:ea typeface="Nimbus Sans"/>
                <a:cs typeface="Nimbus Sans"/>
              </a:defRPr>
            </a:defPPr>
            <a:lvl1pPr>
              <a:defRPr sz="5400" b="1">
                <a:solidFill>
                  <a:srgbClr val="087E8B"/>
                </a:solidFill>
                <a:latin typeface="Nimbus Sans"/>
                <a:ea typeface="Nimbus Sans"/>
                <a:cs typeface="Nimbus Sans"/>
              </a:defRPr>
            </a:lvl1pPr>
            <a:lvl2pPr>
              <a:defRPr sz="5400" b="1">
                <a:solidFill>
                  <a:srgbClr val="087E8B"/>
                </a:solidFill>
                <a:latin typeface="Nimbus Sans"/>
                <a:ea typeface="Nimbus Sans"/>
                <a:cs typeface="Nimbus Sans"/>
              </a:defRPr>
            </a:lvl2pPr>
            <a:lvl3pPr>
              <a:defRPr sz="5400" b="1">
                <a:solidFill>
                  <a:srgbClr val="087E8B"/>
                </a:solidFill>
                <a:latin typeface="Nimbus Sans"/>
                <a:ea typeface="Nimbus Sans"/>
                <a:cs typeface="Nimbus Sans"/>
              </a:defRPr>
            </a:lvl3pPr>
            <a:lvl4pPr>
              <a:defRPr sz="5400" b="1">
                <a:solidFill>
                  <a:srgbClr val="087E8B"/>
                </a:solidFill>
                <a:latin typeface="Nimbus Sans"/>
                <a:ea typeface="Nimbus Sans"/>
                <a:cs typeface="Nimbus Sans"/>
              </a:defRPr>
            </a:lvl4pPr>
            <a:lvl5pPr>
              <a:defRPr sz="5400" b="1">
                <a:solidFill>
                  <a:srgbClr val="087E8B"/>
                </a:solidFill>
                <a:latin typeface="Nimbus Sans"/>
                <a:ea typeface="Nimbus Sans"/>
                <a:cs typeface="Nimbus Sans"/>
              </a:defRPr>
            </a:lvl5pPr>
            <a:lvl6pPr>
              <a:defRPr sz="5400" b="1">
                <a:solidFill>
                  <a:srgbClr val="087E8B"/>
                </a:solidFill>
                <a:latin typeface="Nimbus Sans"/>
                <a:ea typeface="Nimbus Sans"/>
                <a:cs typeface="Nimbus Sans"/>
              </a:defRPr>
            </a:lvl6pPr>
            <a:lvl7pPr>
              <a:defRPr sz="5400" b="1">
                <a:solidFill>
                  <a:srgbClr val="087E8B"/>
                </a:solidFill>
                <a:latin typeface="Nimbus Sans"/>
                <a:ea typeface="Nimbus Sans"/>
                <a:cs typeface="Nimbus Sans"/>
              </a:defRPr>
            </a:lvl7pPr>
            <a:lvl8pPr>
              <a:defRPr sz="5400" b="1">
                <a:solidFill>
                  <a:srgbClr val="087E8B"/>
                </a:solidFill>
                <a:latin typeface="Nimbus Sans"/>
                <a:ea typeface="Nimbus Sans"/>
                <a:cs typeface="Nimbus Sans"/>
              </a:defRPr>
            </a:lvl8pPr>
            <a:lvl9pPr>
              <a:defRPr sz="5400" b="1">
                <a:solidFill>
                  <a:srgbClr val="087E8B"/>
                </a:solidFill>
                <a:latin typeface="Nimbus Sans"/>
                <a:ea typeface="Nimbus Sans"/>
                <a:cs typeface="Nimbus Sans"/>
              </a:defRPr>
            </a:lvl9pPr>
          </a:lstStyle>
          <a:p xmlns:a="http://schemas.openxmlformats.org/drawingml/2006/main">
            <a:pPr>
              <a:defRPr sz="5400" b="1">
                <a:solidFill>
                  <a:srgbClr val="087E8B"/>
                </a:solidFill>
                <a:latin typeface="Nimbus Sans"/>
                <a:ea typeface="Nimbus Sans"/>
                <a:cs typeface="Nimbus Sans"/>
              </a:defRPr>
            </a:pPr>
            <a:r>
              <a:rPr sz="5400" b="1">
                <a:solidFill>
                  <a:srgbClr val="087E8B"/>
                </a:solidFill>
                <a:latin typeface="Nimbus Sans"/>
                <a:ea typeface="Nimbus Sans"/>
                <a:cs typeface="Nimbus Sans"/>
              </a:rPr>
              <a:t>60</a:t>
            </a:r>
          </a:p>
        </p:txBody>
      </p:sp>
      <p:sp>
        <p:nvSpPr>
          <p:cNvPr id="8" name="arm1">
            <a:extLst xmlns:a="http://schemas.openxmlformats.org/drawingml/2006/main">
              <a:ext uri="{FF2B5EF4-FFF2-40B4-BE49-F238E27FC236}">
                <a16:creationId xmlns:a16="http://schemas.microsoft.com/office/drawing/2014/main" id="{45536017-F06F-4FE4-A4A0-0144962E8C2B}"/>
              </a:ext>
            </a:extLst>
          </p:cNvPr>
          <p:cNvSpPr>
            <a:spLocks xmlns:a="http://schemas.openxmlformats.org/drawingml/2006/main" noGrp="1"/>
          </p:cNvSpPr>
          <p:nvPr/>
        </p:nvSpPr>
        <p:spPr>
          <a:xfrm xmlns:a="http://schemas.openxmlformats.org/drawingml/2006/main">
            <a:off x="4324350" y="2543175"/>
            <a:ext cx="323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12C40"/>
                </a:solidFill>
                <a:latin typeface="Nimbus Sans"/>
                <a:ea typeface="Nimbus Sans"/>
                <a:cs typeface="Nimbus Sans"/>
              </a:defRPr>
            </a:defPPr>
            <a:lvl1pPr>
              <a:defRPr sz="2025" b="0">
                <a:solidFill>
                  <a:srgbClr val="112C40"/>
                </a:solidFill>
                <a:latin typeface="Nimbus Sans"/>
                <a:ea typeface="Nimbus Sans"/>
                <a:cs typeface="Nimbus Sans"/>
              </a:defRPr>
            </a:lvl1pPr>
            <a:lvl2pPr>
              <a:defRPr sz="2025" b="0">
                <a:solidFill>
                  <a:srgbClr val="112C40"/>
                </a:solidFill>
                <a:latin typeface="Nimbus Sans"/>
                <a:ea typeface="Nimbus Sans"/>
                <a:cs typeface="Nimbus Sans"/>
              </a:defRPr>
            </a:lvl2pPr>
            <a:lvl3pPr>
              <a:defRPr sz="2025" b="0">
                <a:solidFill>
                  <a:srgbClr val="112C40"/>
                </a:solidFill>
                <a:latin typeface="Nimbus Sans"/>
                <a:ea typeface="Nimbus Sans"/>
                <a:cs typeface="Nimbus Sans"/>
              </a:defRPr>
            </a:lvl3pPr>
            <a:lvl4pPr>
              <a:defRPr sz="2025" b="0">
                <a:solidFill>
                  <a:srgbClr val="112C40"/>
                </a:solidFill>
                <a:latin typeface="Nimbus Sans"/>
                <a:ea typeface="Nimbus Sans"/>
                <a:cs typeface="Nimbus Sans"/>
              </a:defRPr>
            </a:lvl4pPr>
            <a:lvl5pPr>
              <a:defRPr sz="2025" b="0">
                <a:solidFill>
                  <a:srgbClr val="112C40"/>
                </a:solidFill>
                <a:latin typeface="Nimbus Sans"/>
                <a:ea typeface="Nimbus Sans"/>
                <a:cs typeface="Nimbus Sans"/>
              </a:defRPr>
            </a:lvl5pPr>
            <a:lvl6pPr>
              <a:defRPr sz="2025" b="0">
                <a:solidFill>
                  <a:srgbClr val="112C40"/>
                </a:solidFill>
                <a:latin typeface="Nimbus Sans"/>
                <a:ea typeface="Nimbus Sans"/>
                <a:cs typeface="Nimbus Sans"/>
              </a:defRPr>
            </a:lvl6pPr>
            <a:lvl7pPr>
              <a:defRPr sz="2025" b="0">
                <a:solidFill>
                  <a:srgbClr val="112C40"/>
                </a:solidFill>
                <a:latin typeface="Nimbus Sans"/>
                <a:ea typeface="Nimbus Sans"/>
                <a:cs typeface="Nimbus Sans"/>
              </a:defRPr>
            </a:lvl7pPr>
            <a:lvl8pPr>
              <a:defRPr sz="2025" b="0">
                <a:solidFill>
                  <a:srgbClr val="112C40"/>
                </a:solidFill>
                <a:latin typeface="Nimbus Sans"/>
                <a:ea typeface="Nimbus Sans"/>
                <a:cs typeface="Nimbus Sans"/>
              </a:defRPr>
            </a:lvl8pPr>
            <a:lvl9pPr>
              <a:defRPr sz="2025" b="0">
                <a:solidFill>
                  <a:srgbClr val="112C40"/>
                </a:solidFill>
                <a:latin typeface="Nimbus Sans"/>
                <a:ea typeface="Nimbus Sans"/>
                <a:cs typeface="Nimbus Sans"/>
              </a:defRPr>
            </a:lvl9pPr>
          </a:lstStyle>
          <a:p xmlns:a="http://schemas.openxmlformats.org/drawingml/2006/main">
            <a:pPr>
              <a:defRPr sz="2025" b="0">
                <a:solidFill>
                  <a:srgbClr val="112C40"/>
                </a:solidFill>
                <a:latin typeface="Nimbus Sans"/>
                <a:ea typeface="Nimbus Sans"/>
                <a:cs typeface="Nimbus Sans"/>
              </a:defRPr>
            </a:pPr>
            <a:r>
              <a:rPr sz="2025" b="0">
                <a:solidFill>
                  <a:srgbClr val="112C40"/>
                </a:solidFill>
                <a:latin typeface="Nimbus Sans"/>
                <a:ea typeface="Nimbus Sans"/>
                <a:cs typeface="Nimbus Sans"/>
              </a:rPr>
              <a:t>expert-selected targets</a:t>
            </a:r>
          </a:p>
        </p:txBody>
      </p:sp>
      <p:sp>
        <p:nvSpPr>
          <p:cNvPr id="9" name="count2">
            <a:extLst xmlns:a="http://schemas.openxmlformats.org/drawingml/2006/main">
              <a:ext uri="{FF2B5EF4-FFF2-40B4-BE49-F238E27FC236}">
                <a16:creationId xmlns:a16="http://schemas.microsoft.com/office/drawing/2014/main" id="{5B0775D0-70BA-431F-86C0-F108943C58CC}"/>
              </a:ext>
            </a:extLst>
          </p:cNvPr>
          <p:cNvSpPr>
            <a:spLocks xmlns:a="http://schemas.openxmlformats.org/drawingml/2006/main" noGrp="1"/>
          </p:cNvSpPr>
          <p:nvPr/>
        </p:nvSpPr>
        <p:spPr>
          <a:xfrm xmlns:a="http://schemas.openxmlformats.org/drawingml/2006/main">
            <a:off x="8039100" y="1647825"/>
            <a:ext cx="333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5400" b="1">
                <a:solidFill>
                  <a:srgbClr val="087E8B"/>
                </a:solidFill>
                <a:latin typeface="Nimbus Sans"/>
                <a:ea typeface="Nimbus Sans"/>
                <a:cs typeface="Nimbus Sans"/>
              </a:defRPr>
            </a:defPPr>
            <a:lvl1pPr>
              <a:defRPr sz="5400" b="1">
                <a:solidFill>
                  <a:srgbClr val="087E8B"/>
                </a:solidFill>
                <a:latin typeface="Nimbus Sans"/>
                <a:ea typeface="Nimbus Sans"/>
                <a:cs typeface="Nimbus Sans"/>
              </a:defRPr>
            </a:lvl1pPr>
            <a:lvl2pPr>
              <a:defRPr sz="5400" b="1">
                <a:solidFill>
                  <a:srgbClr val="087E8B"/>
                </a:solidFill>
                <a:latin typeface="Nimbus Sans"/>
                <a:ea typeface="Nimbus Sans"/>
                <a:cs typeface="Nimbus Sans"/>
              </a:defRPr>
            </a:lvl2pPr>
            <a:lvl3pPr>
              <a:defRPr sz="5400" b="1">
                <a:solidFill>
                  <a:srgbClr val="087E8B"/>
                </a:solidFill>
                <a:latin typeface="Nimbus Sans"/>
                <a:ea typeface="Nimbus Sans"/>
                <a:cs typeface="Nimbus Sans"/>
              </a:defRPr>
            </a:lvl3pPr>
            <a:lvl4pPr>
              <a:defRPr sz="5400" b="1">
                <a:solidFill>
                  <a:srgbClr val="087E8B"/>
                </a:solidFill>
                <a:latin typeface="Nimbus Sans"/>
                <a:ea typeface="Nimbus Sans"/>
                <a:cs typeface="Nimbus Sans"/>
              </a:defRPr>
            </a:lvl4pPr>
            <a:lvl5pPr>
              <a:defRPr sz="5400" b="1">
                <a:solidFill>
                  <a:srgbClr val="087E8B"/>
                </a:solidFill>
                <a:latin typeface="Nimbus Sans"/>
                <a:ea typeface="Nimbus Sans"/>
                <a:cs typeface="Nimbus Sans"/>
              </a:defRPr>
            </a:lvl5pPr>
            <a:lvl6pPr>
              <a:defRPr sz="5400" b="1">
                <a:solidFill>
                  <a:srgbClr val="087E8B"/>
                </a:solidFill>
                <a:latin typeface="Nimbus Sans"/>
                <a:ea typeface="Nimbus Sans"/>
                <a:cs typeface="Nimbus Sans"/>
              </a:defRPr>
            </a:lvl6pPr>
            <a:lvl7pPr>
              <a:defRPr sz="5400" b="1">
                <a:solidFill>
                  <a:srgbClr val="087E8B"/>
                </a:solidFill>
                <a:latin typeface="Nimbus Sans"/>
                <a:ea typeface="Nimbus Sans"/>
                <a:cs typeface="Nimbus Sans"/>
              </a:defRPr>
            </a:lvl7pPr>
            <a:lvl8pPr>
              <a:defRPr sz="5400" b="1">
                <a:solidFill>
                  <a:srgbClr val="087E8B"/>
                </a:solidFill>
                <a:latin typeface="Nimbus Sans"/>
                <a:ea typeface="Nimbus Sans"/>
                <a:cs typeface="Nimbus Sans"/>
              </a:defRPr>
            </a:lvl8pPr>
            <a:lvl9pPr>
              <a:defRPr sz="5400" b="1">
                <a:solidFill>
                  <a:srgbClr val="087E8B"/>
                </a:solidFill>
                <a:latin typeface="Nimbus Sans"/>
                <a:ea typeface="Nimbus Sans"/>
                <a:cs typeface="Nimbus Sans"/>
              </a:defRPr>
            </a:lvl9pPr>
          </a:lstStyle>
          <a:p xmlns:a="http://schemas.openxmlformats.org/drawingml/2006/main">
            <a:pPr>
              <a:defRPr sz="5400" b="1">
                <a:solidFill>
                  <a:srgbClr val="087E8B"/>
                </a:solidFill>
                <a:latin typeface="Nimbus Sans"/>
                <a:ea typeface="Nimbus Sans"/>
                <a:cs typeface="Nimbus Sans"/>
              </a:defRPr>
            </a:pPr>
            <a:r>
              <a:rPr sz="5400" b="1">
                <a:solidFill>
                  <a:srgbClr val="087E8B"/>
                </a:solidFill>
                <a:latin typeface="Nimbus Sans"/>
                <a:ea typeface="Nimbus Sans"/>
                <a:cs typeface="Nimbus Sans"/>
              </a:rPr>
              <a:t>60</a:t>
            </a:r>
          </a:p>
        </p:txBody>
      </p:sp>
      <p:sp>
        <p:nvSpPr>
          <p:cNvPr id="10" name="arm2">
            <a:extLst xmlns:a="http://schemas.openxmlformats.org/drawingml/2006/main">
              <a:ext uri="{FF2B5EF4-FFF2-40B4-BE49-F238E27FC236}">
                <a16:creationId xmlns:a16="http://schemas.microsoft.com/office/drawing/2014/main" id="{C9A48DE1-DA99-4E82-9339-6808E7F0E515}"/>
              </a:ext>
            </a:extLst>
          </p:cNvPr>
          <p:cNvSpPr>
            <a:spLocks xmlns:a="http://schemas.openxmlformats.org/drawingml/2006/main" noGrp="1"/>
          </p:cNvSpPr>
          <p:nvPr/>
        </p:nvSpPr>
        <p:spPr>
          <a:xfrm xmlns:a="http://schemas.openxmlformats.org/drawingml/2006/main">
            <a:off x="8039100" y="2543175"/>
            <a:ext cx="323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12C40"/>
                </a:solidFill>
                <a:latin typeface="Nimbus Sans"/>
                <a:ea typeface="Nimbus Sans"/>
                <a:cs typeface="Nimbus Sans"/>
              </a:defRPr>
            </a:defPPr>
            <a:lvl1pPr>
              <a:defRPr sz="2025" b="0">
                <a:solidFill>
                  <a:srgbClr val="112C40"/>
                </a:solidFill>
                <a:latin typeface="Nimbus Sans"/>
                <a:ea typeface="Nimbus Sans"/>
                <a:cs typeface="Nimbus Sans"/>
              </a:defRPr>
            </a:lvl1pPr>
            <a:lvl2pPr>
              <a:defRPr sz="2025" b="0">
                <a:solidFill>
                  <a:srgbClr val="112C40"/>
                </a:solidFill>
                <a:latin typeface="Nimbus Sans"/>
                <a:ea typeface="Nimbus Sans"/>
                <a:cs typeface="Nimbus Sans"/>
              </a:defRPr>
            </a:lvl2pPr>
            <a:lvl3pPr>
              <a:defRPr sz="2025" b="0">
                <a:solidFill>
                  <a:srgbClr val="112C40"/>
                </a:solidFill>
                <a:latin typeface="Nimbus Sans"/>
                <a:ea typeface="Nimbus Sans"/>
                <a:cs typeface="Nimbus Sans"/>
              </a:defRPr>
            </a:lvl3pPr>
            <a:lvl4pPr>
              <a:defRPr sz="2025" b="0">
                <a:solidFill>
                  <a:srgbClr val="112C40"/>
                </a:solidFill>
                <a:latin typeface="Nimbus Sans"/>
                <a:ea typeface="Nimbus Sans"/>
                <a:cs typeface="Nimbus Sans"/>
              </a:defRPr>
            </a:lvl4pPr>
            <a:lvl5pPr>
              <a:defRPr sz="2025" b="0">
                <a:solidFill>
                  <a:srgbClr val="112C40"/>
                </a:solidFill>
                <a:latin typeface="Nimbus Sans"/>
                <a:ea typeface="Nimbus Sans"/>
                <a:cs typeface="Nimbus Sans"/>
              </a:defRPr>
            </a:lvl5pPr>
            <a:lvl6pPr>
              <a:defRPr sz="2025" b="0">
                <a:solidFill>
                  <a:srgbClr val="112C40"/>
                </a:solidFill>
                <a:latin typeface="Nimbus Sans"/>
                <a:ea typeface="Nimbus Sans"/>
                <a:cs typeface="Nimbus Sans"/>
              </a:defRPr>
            </a:lvl6pPr>
            <a:lvl7pPr>
              <a:defRPr sz="2025" b="0">
                <a:solidFill>
                  <a:srgbClr val="112C40"/>
                </a:solidFill>
                <a:latin typeface="Nimbus Sans"/>
                <a:ea typeface="Nimbus Sans"/>
                <a:cs typeface="Nimbus Sans"/>
              </a:defRPr>
            </a:lvl7pPr>
            <a:lvl8pPr>
              <a:defRPr sz="2025" b="0">
                <a:solidFill>
                  <a:srgbClr val="112C40"/>
                </a:solidFill>
                <a:latin typeface="Nimbus Sans"/>
                <a:ea typeface="Nimbus Sans"/>
                <a:cs typeface="Nimbus Sans"/>
              </a:defRPr>
            </a:lvl8pPr>
            <a:lvl9pPr>
              <a:defRPr sz="2025" b="0">
                <a:solidFill>
                  <a:srgbClr val="112C40"/>
                </a:solidFill>
                <a:latin typeface="Nimbus Sans"/>
                <a:ea typeface="Nimbus Sans"/>
                <a:cs typeface="Nimbus Sans"/>
              </a:defRPr>
            </a:lvl9pPr>
          </a:lstStyle>
          <a:p xmlns:a="http://schemas.openxmlformats.org/drawingml/2006/main">
            <a:pPr>
              <a:defRPr sz="2025" b="0">
                <a:solidFill>
                  <a:srgbClr val="112C40"/>
                </a:solidFill>
                <a:latin typeface="Nimbus Sans"/>
                <a:ea typeface="Nimbus Sans"/>
                <a:cs typeface="Nimbus Sans"/>
              </a:defRPr>
            </a:pPr>
            <a:r>
              <a:rPr sz="2025" b="0">
                <a:solidFill>
                  <a:srgbClr val="112C40"/>
                </a:solidFill>
                <a:latin typeface="Nimbus Sans"/>
                <a:ea typeface="Nimbus Sans"/>
                <a:cs typeface="Nimbus Sans"/>
              </a:rPr>
              <a:t>random eligible targets</a:t>
            </a:r>
          </a:p>
        </p:txBody>
      </p:sp>
      <p:sp>
        <p:nvSpPr>
          <p:cNvPr id="11" name="screen">
            <a:extLst xmlns:a="http://schemas.openxmlformats.org/drawingml/2006/main">
              <a:ext uri="{FF2B5EF4-FFF2-40B4-BE49-F238E27FC236}">
                <a16:creationId xmlns:a16="http://schemas.microsoft.com/office/drawing/2014/main" id="{74190B78-02C3-4200-9785-979CFEAB53A1}"/>
              </a:ext>
            </a:extLst>
          </p:cNvPr>
          <p:cNvSpPr>
            <a:spLocks xmlns:a="http://schemas.openxmlformats.org/drawingml/2006/main" noGrp="1"/>
          </p:cNvSpPr>
          <p:nvPr/>
        </p:nvSpPr>
        <p:spPr>
          <a:xfrm xmlns:a="http://schemas.openxmlformats.org/drawingml/2006/main">
            <a:off x="609600" y="3514725"/>
            <a:ext cx="10858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1">
                <a:solidFill>
                  <a:srgbClr val="112C40"/>
                </a:solidFill>
                <a:latin typeface="Nimbus Sans"/>
                <a:ea typeface="Nimbus Sans"/>
                <a:cs typeface="Nimbus Sans"/>
              </a:defRPr>
            </a:defPPr>
            <a:lvl1pPr>
              <a:defRPr sz="2175" b="1">
                <a:solidFill>
                  <a:srgbClr val="112C40"/>
                </a:solidFill>
                <a:latin typeface="Nimbus Sans"/>
                <a:ea typeface="Nimbus Sans"/>
                <a:cs typeface="Nimbus Sans"/>
              </a:defRPr>
            </a:lvl1pPr>
            <a:lvl2pPr>
              <a:defRPr sz="2175" b="1">
                <a:solidFill>
                  <a:srgbClr val="112C40"/>
                </a:solidFill>
                <a:latin typeface="Nimbus Sans"/>
                <a:ea typeface="Nimbus Sans"/>
                <a:cs typeface="Nimbus Sans"/>
              </a:defRPr>
            </a:lvl2pPr>
            <a:lvl3pPr>
              <a:defRPr sz="2175" b="1">
                <a:solidFill>
                  <a:srgbClr val="112C40"/>
                </a:solidFill>
                <a:latin typeface="Nimbus Sans"/>
                <a:ea typeface="Nimbus Sans"/>
                <a:cs typeface="Nimbus Sans"/>
              </a:defRPr>
            </a:lvl3pPr>
            <a:lvl4pPr>
              <a:defRPr sz="2175" b="1">
                <a:solidFill>
                  <a:srgbClr val="112C40"/>
                </a:solidFill>
                <a:latin typeface="Nimbus Sans"/>
                <a:ea typeface="Nimbus Sans"/>
                <a:cs typeface="Nimbus Sans"/>
              </a:defRPr>
            </a:lvl4pPr>
            <a:lvl5pPr>
              <a:defRPr sz="2175" b="1">
                <a:solidFill>
                  <a:srgbClr val="112C40"/>
                </a:solidFill>
                <a:latin typeface="Nimbus Sans"/>
                <a:ea typeface="Nimbus Sans"/>
                <a:cs typeface="Nimbus Sans"/>
              </a:defRPr>
            </a:lvl5pPr>
            <a:lvl6pPr>
              <a:defRPr sz="2175" b="1">
                <a:solidFill>
                  <a:srgbClr val="112C40"/>
                </a:solidFill>
                <a:latin typeface="Nimbus Sans"/>
                <a:ea typeface="Nimbus Sans"/>
                <a:cs typeface="Nimbus Sans"/>
              </a:defRPr>
            </a:lvl6pPr>
            <a:lvl7pPr>
              <a:defRPr sz="2175" b="1">
                <a:solidFill>
                  <a:srgbClr val="112C40"/>
                </a:solidFill>
                <a:latin typeface="Nimbus Sans"/>
                <a:ea typeface="Nimbus Sans"/>
                <a:cs typeface="Nimbus Sans"/>
              </a:defRPr>
            </a:lvl7pPr>
            <a:lvl8pPr>
              <a:defRPr sz="2175" b="1">
                <a:solidFill>
                  <a:srgbClr val="112C40"/>
                </a:solidFill>
                <a:latin typeface="Nimbus Sans"/>
                <a:ea typeface="Nimbus Sans"/>
                <a:cs typeface="Nimbus Sans"/>
              </a:defRPr>
            </a:lvl8pPr>
            <a:lvl9pPr>
              <a:defRPr sz="2175" b="1">
                <a:solidFill>
                  <a:srgbClr val="112C40"/>
                </a:solidFill>
                <a:latin typeface="Nimbus Sans"/>
                <a:ea typeface="Nimbus Sans"/>
                <a:cs typeface="Nimbus Sans"/>
              </a:defRPr>
            </a:lvl9pPr>
          </a:lstStyle>
          <a:p xmlns:a="http://schemas.openxmlformats.org/drawingml/2006/main">
            <a:pPr>
              <a:defRPr sz="2175" b="1">
                <a:solidFill>
                  <a:srgbClr val="112C40"/>
                </a:solidFill>
                <a:latin typeface="Nimbus Sans"/>
                <a:ea typeface="Nimbus Sans"/>
                <a:cs typeface="Nimbus Sans"/>
              </a:defRPr>
            </a:pPr>
            <a:r>
              <a:rPr sz="2175" b="1">
                <a:solidFill>
                  <a:srgbClr val="112C40"/>
                </a:solidFill>
                <a:latin typeface="Nimbus Sans"/>
                <a:ea typeface="Nimbus Sans"/>
                <a:cs typeface="Nimbus Sans"/>
              </a:rPr>
              <a:t>180 targets in the planned discovery screen across eight adult donors, with comparable experimental budgets and shared controls.</a:t>
            </a:r>
          </a:p>
        </p:txBody>
      </p:sp>
      <p:sp>
        <p:nvSpPr>
          <p:cNvPr id="12" name="confirmation">
            <a:extLst xmlns:a="http://schemas.openxmlformats.org/drawingml/2006/main">
              <a:ext uri="{FF2B5EF4-FFF2-40B4-BE49-F238E27FC236}">
                <a16:creationId xmlns:a16="http://schemas.microsoft.com/office/drawing/2014/main" id="{FB8F45BD-2358-4949-90AA-C88B087A4EA2}"/>
              </a:ext>
            </a:extLst>
          </p:cNvPr>
          <p:cNvSpPr>
            <a:spLocks xmlns:a="http://schemas.openxmlformats.org/drawingml/2006/main" noGrp="1"/>
          </p:cNvSpPr>
          <p:nvPr/>
        </p:nvSpPr>
        <p:spPr>
          <a:xfrm xmlns:a="http://schemas.openxmlformats.org/drawingml/2006/main">
            <a:off x="609600" y="4543425"/>
            <a:ext cx="1085850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12C40"/>
                </a:solidFill>
                <a:latin typeface="Nimbus Sans"/>
                <a:ea typeface="Nimbus Sans"/>
                <a:cs typeface="Nimbus Sans"/>
              </a:defRPr>
            </a:defPPr>
            <a:lvl1pPr>
              <a:defRPr sz="2025" b="0">
                <a:solidFill>
                  <a:srgbClr val="112C40"/>
                </a:solidFill>
                <a:latin typeface="Nimbus Sans"/>
                <a:ea typeface="Nimbus Sans"/>
                <a:cs typeface="Nimbus Sans"/>
              </a:defRPr>
            </a:lvl1pPr>
            <a:lvl2pPr>
              <a:defRPr sz="2025" b="0">
                <a:solidFill>
                  <a:srgbClr val="112C40"/>
                </a:solidFill>
                <a:latin typeface="Nimbus Sans"/>
                <a:ea typeface="Nimbus Sans"/>
                <a:cs typeface="Nimbus Sans"/>
              </a:defRPr>
            </a:lvl2pPr>
            <a:lvl3pPr>
              <a:defRPr sz="2025" b="0">
                <a:solidFill>
                  <a:srgbClr val="112C40"/>
                </a:solidFill>
                <a:latin typeface="Nimbus Sans"/>
                <a:ea typeface="Nimbus Sans"/>
                <a:cs typeface="Nimbus Sans"/>
              </a:defRPr>
            </a:lvl3pPr>
            <a:lvl4pPr>
              <a:defRPr sz="2025" b="0">
                <a:solidFill>
                  <a:srgbClr val="112C40"/>
                </a:solidFill>
                <a:latin typeface="Nimbus Sans"/>
                <a:ea typeface="Nimbus Sans"/>
                <a:cs typeface="Nimbus Sans"/>
              </a:defRPr>
            </a:lvl4pPr>
            <a:lvl5pPr>
              <a:defRPr sz="2025" b="0">
                <a:solidFill>
                  <a:srgbClr val="112C40"/>
                </a:solidFill>
                <a:latin typeface="Nimbus Sans"/>
                <a:ea typeface="Nimbus Sans"/>
                <a:cs typeface="Nimbus Sans"/>
              </a:defRPr>
            </a:lvl5pPr>
            <a:lvl6pPr>
              <a:defRPr sz="2025" b="0">
                <a:solidFill>
                  <a:srgbClr val="112C40"/>
                </a:solidFill>
                <a:latin typeface="Nimbus Sans"/>
                <a:ea typeface="Nimbus Sans"/>
                <a:cs typeface="Nimbus Sans"/>
              </a:defRPr>
            </a:lvl6pPr>
            <a:lvl7pPr>
              <a:defRPr sz="2025" b="0">
                <a:solidFill>
                  <a:srgbClr val="112C40"/>
                </a:solidFill>
                <a:latin typeface="Nimbus Sans"/>
                <a:ea typeface="Nimbus Sans"/>
                <a:cs typeface="Nimbus Sans"/>
              </a:defRPr>
            </a:lvl7pPr>
            <a:lvl8pPr>
              <a:defRPr sz="2025" b="0">
                <a:solidFill>
                  <a:srgbClr val="112C40"/>
                </a:solidFill>
                <a:latin typeface="Nimbus Sans"/>
                <a:ea typeface="Nimbus Sans"/>
                <a:cs typeface="Nimbus Sans"/>
              </a:defRPr>
            </a:lvl8pPr>
            <a:lvl9pPr>
              <a:defRPr sz="2025" b="0">
                <a:solidFill>
                  <a:srgbClr val="112C40"/>
                </a:solidFill>
                <a:latin typeface="Nimbus Sans"/>
                <a:ea typeface="Nimbus Sans"/>
                <a:cs typeface="Nimbus Sans"/>
              </a:defRPr>
            </a:lvl9pPr>
          </a:lstStyle>
          <a:p xmlns:a="http://schemas.openxmlformats.org/drawingml/2006/main">
            <a:pPr>
              <a:defRPr sz="2025" b="0">
                <a:solidFill>
                  <a:srgbClr val="112C40"/>
                </a:solidFill>
                <a:latin typeface="Nimbus Sans"/>
                <a:ea typeface="Nimbus Sans"/>
                <a:cs typeface="Nimbus Sans"/>
              </a:defRPr>
            </a:pPr>
            <a:r>
              <a:rPr sz="2025" b="0">
                <a:solidFill>
                  <a:srgbClr val="112C40"/>
                </a:solidFill>
                <a:latin typeface="Nimbus Sans"/>
                <a:ea typeface="Nimbus Sans"/>
                <a:cs typeface="Nimbus Sans"/>
              </a:rPr>
              <a:t>Confirm selected mechanisms in 16 new donors across two laboratories. Require orthogonal perturbation and rescue, functional benefit, preserved identity, safety and persistence after withdrawal.</a:t>
            </a:r>
          </a:p>
        </p:txBody>
      </p:sp>
      <p:sp>
        <p:nvSpPr>
          <p:cNvPr id="13" name="clocks">
            <a:extLst xmlns:a="http://schemas.openxmlformats.org/drawingml/2006/main">
              <a:ext uri="{FF2B5EF4-FFF2-40B4-BE49-F238E27FC236}">
                <a16:creationId xmlns:a16="http://schemas.microsoft.com/office/drawing/2014/main" id="{DB6149A7-24A7-4C97-94A7-3F4D68AE980E}"/>
              </a:ext>
            </a:extLst>
          </p:cNvPr>
          <p:cNvSpPr>
            <a:spLocks xmlns:a="http://schemas.openxmlformats.org/drawingml/2006/main" noGrp="1"/>
          </p:cNvSpPr>
          <p:nvPr/>
        </p:nvSpPr>
        <p:spPr>
          <a:xfrm xmlns:a="http://schemas.openxmlformats.org/drawingml/2006/main">
            <a:off x="609600" y="5886450"/>
            <a:ext cx="1085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087E8B"/>
                </a:solidFill>
                <a:latin typeface="Nimbus Sans"/>
                <a:ea typeface="Nimbus Sans"/>
                <a:cs typeface="Nimbus Sans"/>
              </a:defRPr>
            </a:defPPr>
            <a:lvl1pPr>
              <a:defRPr sz="1725" b="0">
                <a:solidFill>
                  <a:srgbClr val="087E8B"/>
                </a:solidFill>
                <a:latin typeface="Nimbus Sans"/>
                <a:ea typeface="Nimbus Sans"/>
                <a:cs typeface="Nimbus Sans"/>
              </a:defRPr>
            </a:lvl1pPr>
            <a:lvl2pPr>
              <a:defRPr sz="1725" b="0">
                <a:solidFill>
                  <a:srgbClr val="087E8B"/>
                </a:solidFill>
                <a:latin typeface="Nimbus Sans"/>
                <a:ea typeface="Nimbus Sans"/>
                <a:cs typeface="Nimbus Sans"/>
              </a:defRPr>
            </a:lvl2pPr>
            <a:lvl3pPr>
              <a:defRPr sz="1725" b="0">
                <a:solidFill>
                  <a:srgbClr val="087E8B"/>
                </a:solidFill>
                <a:latin typeface="Nimbus Sans"/>
                <a:ea typeface="Nimbus Sans"/>
                <a:cs typeface="Nimbus Sans"/>
              </a:defRPr>
            </a:lvl3pPr>
            <a:lvl4pPr>
              <a:defRPr sz="1725" b="0">
                <a:solidFill>
                  <a:srgbClr val="087E8B"/>
                </a:solidFill>
                <a:latin typeface="Nimbus Sans"/>
                <a:ea typeface="Nimbus Sans"/>
                <a:cs typeface="Nimbus Sans"/>
              </a:defRPr>
            </a:lvl4pPr>
            <a:lvl5pPr>
              <a:defRPr sz="1725" b="0">
                <a:solidFill>
                  <a:srgbClr val="087E8B"/>
                </a:solidFill>
                <a:latin typeface="Nimbus Sans"/>
                <a:ea typeface="Nimbus Sans"/>
                <a:cs typeface="Nimbus Sans"/>
              </a:defRPr>
            </a:lvl5pPr>
            <a:lvl6pPr>
              <a:defRPr sz="1725" b="0">
                <a:solidFill>
                  <a:srgbClr val="087E8B"/>
                </a:solidFill>
                <a:latin typeface="Nimbus Sans"/>
                <a:ea typeface="Nimbus Sans"/>
                <a:cs typeface="Nimbus Sans"/>
              </a:defRPr>
            </a:lvl6pPr>
            <a:lvl7pPr>
              <a:defRPr sz="1725" b="0">
                <a:solidFill>
                  <a:srgbClr val="087E8B"/>
                </a:solidFill>
                <a:latin typeface="Nimbus Sans"/>
                <a:ea typeface="Nimbus Sans"/>
                <a:cs typeface="Nimbus Sans"/>
              </a:defRPr>
            </a:lvl7pPr>
            <a:lvl8pPr>
              <a:defRPr sz="1725" b="0">
                <a:solidFill>
                  <a:srgbClr val="087E8B"/>
                </a:solidFill>
                <a:latin typeface="Nimbus Sans"/>
                <a:ea typeface="Nimbus Sans"/>
                <a:cs typeface="Nimbus Sans"/>
              </a:defRPr>
            </a:lvl8pPr>
            <a:lvl9pPr>
              <a:defRPr sz="1725" b="0">
                <a:solidFill>
                  <a:srgbClr val="087E8B"/>
                </a:solidFill>
                <a:latin typeface="Nimbus Sans"/>
                <a:ea typeface="Nimbus Sans"/>
                <a:cs typeface="Nimbus Sans"/>
              </a:defRPr>
            </a:lvl9pPr>
          </a:lstStyle>
          <a:p xmlns:a="http://schemas.openxmlformats.org/drawingml/2006/main">
            <a:pPr>
              <a:defRPr sz="1725" b="0">
                <a:solidFill>
                  <a:srgbClr val="087E8B"/>
                </a:solidFill>
                <a:latin typeface="Nimbus Sans"/>
                <a:ea typeface="Nimbus Sans"/>
                <a:cs typeface="Nimbus Sans"/>
              </a:defRPr>
            </a:pPr>
            <a:r>
              <a:rPr sz="1725" b="0">
                <a:solidFill>
                  <a:srgbClr val="087E8B"/>
                </a:solidFill>
                <a:latin typeface="Nimbus Sans"/>
                <a:ea typeface="Nimbus Sans"/>
                <a:cs typeface="Nimbus Sans"/>
              </a:rPr>
              <a:t>Biological clocks support the assessment. Functional recovery governs advancement.</a:t>
            </a:r>
          </a:p>
        </p:txBody>
      </p:sp>
    </p:spTree>
    <p:extLst>
      <p:ext uri="{BB962C8B-B14F-4D97-AF65-F5344CB8AC3E}">
        <p14:creationId xmlns:p14="http://schemas.microsoft.com/office/powerpoint/2010/main" val="946964596"/>
      </p:ext>
    </p:extLst>
  </p:cSld>
</p:sld>
</file>

<file path=ppt/slides/slide6.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19" name="title">
            <a:extLst xmlns:a="http://schemas.openxmlformats.org/drawingml/2006/main">
              <a:ext uri="{FF2B5EF4-FFF2-40B4-BE49-F238E27FC236}">
                <a16:creationId xmlns:a16="http://schemas.microsoft.com/office/drawing/2014/main" id="{A9B7D89C-9129-4D90-BCE6-57B054072F9C}"/>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12C40"/>
                </a:solidFill>
                <a:latin typeface="Nimbus Sans"/>
                <a:ea typeface="Nimbus Sans"/>
                <a:cs typeface="Nimbus Sans"/>
              </a:defRPr>
            </a:defPPr>
            <a:lvl1pPr>
              <a:defRPr sz="3225" b="1">
                <a:solidFill>
                  <a:srgbClr val="112C40"/>
                </a:solidFill>
                <a:latin typeface="Nimbus Sans"/>
                <a:ea typeface="Nimbus Sans"/>
                <a:cs typeface="Nimbus Sans"/>
              </a:defRPr>
            </a:lvl1pPr>
            <a:lvl2pPr>
              <a:defRPr sz="3225" b="1">
                <a:solidFill>
                  <a:srgbClr val="112C40"/>
                </a:solidFill>
                <a:latin typeface="Nimbus Sans"/>
                <a:ea typeface="Nimbus Sans"/>
                <a:cs typeface="Nimbus Sans"/>
              </a:defRPr>
            </a:lvl2pPr>
            <a:lvl3pPr>
              <a:defRPr sz="3225" b="1">
                <a:solidFill>
                  <a:srgbClr val="112C40"/>
                </a:solidFill>
                <a:latin typeface="Nimbus Sans"/>
                <a:ea typeface="Nimbus Sans"/>
                <a:cs typeface="Nimbus Sans"/>
              </a:defRPr>
            </a:lvl3pPr>
            <a:lvl4pPr>
              <a:defRPr sz="3225" b="1">
                <a:solidFill>
                  <a:srgbClr val="112C40"/>
                </a:solidFill>
                <a:latin typeface="Nimbus Sans"/>
                <a:ea typeface="Nimbus Sans"/>
                <a:cs typeface="Nimbus Sans"/>
              </a:defRPr>
            </a:lvl4pPr>
            <a:lvl5pPr>
              <a:defRPr sz="3225" b="1">
                <a:solidFill>
                  <a:srgbClr val="112C40"/>
                </a:solidFill>
                <a:latin typeface="Nimbus Sans"/>
                <a:ea typeface="Nimbus Sans"/>
                <a:cs typeface="Nimbus Sans"/>
              </a:defRPr>
            </a:lvl5pPr>
            <a:lvl6pPr>
              <a:defRPr sz="3225" b="1">
                <a:solidFill>
                  <a:srgbClr val="112C40"/>
                </a:solidFill>
                <a:latin typeface="Nimbus Sans"/>
                <a:ea typeface="Nimbus Sans"/>
                <a:cs typeface="Nimbus Sans"/>
              </a:defRPr>
            </a:lvl6pPr>
            <a:lvl7pPr>
              <a:defRPr sz="3225" b="1">
                <a:solidFill>
                  <a:srgbClr val="112C40"/>
                </a:solidFill>
                <a:latin typeface="Nimbus Sans"/>
                <a:ea typeface="Nimbus Sans"/>
                <a:cs typeface="Nimbus Sans"/>
              </a:defRPr>
            </a:lvl7pPr>
            <a:lvl8pPr>
              <a:defRPr sz="3225" b="1">
                <a:solidFill>
                  <a:srgbClr val="112C40"/>
                </a:solidFill>
                <a:latin typeface="Nimbus Sans"/>
                <a:ea typeface="Nimbus Sans"/>
                <a:cs typeface="Nimbus Sans"/>
              </a:defRPr>
            </a:lvl8pPr>
            <a:lvl9pPr>
              <a:defRPr sz="3225" b="1">
                <a:solidFill>
                  <a:srgbClr val="112C40"/>
                </a:solidFill>
                <a:latin typeface="Nimbus Sans"/>
                <a:ea typeface="Nimbus Sans"/>
                <a:cs typeface="Nimbus Sans"/>
              </a:defRPr>
            </a:lvl9pPr>
          </a:lstStyle>
          <a:p xmlns:a="http://schemas.openxmlformats.org/drawingml/2006/main">
            <a:pPr>
              <a:defRPr sz="3225" b="1">
                <a:solidFill>
                  <a:srgbClr val="112C40"/>
                </a:solidFill>
                <a:latin typeface="Nimbus Sans"/>
                <a:ea typeface="Nimbus Sans"/>
                <a:cs typeface="Nimbus Sans"/>
              </a:defRPr>
            </a:pPr>
            <a:r>
              <a:rPr sz="3225" b="1">
                <a:solidFill>
                  <a:srgbClr val="112C40"/>
                </a:solidFill>
                <a:latin typeface="Nimbus Sans"/>
                <a:ea typeface="Nimbus Sans"/>
                <a:cs typeface="Nimbus Sans"/>
              </a:rPr>
              <a:t>Evidence gates control later spending</a:t>
            </a:r>
          </a:p>
        </p:txBody>
      </p:sp>
      <p:sp>
        <p:nvSpPr>
          <p:cNvPr id="2" name="rule">
            <a:extLst xmlns:a="http://schemas.openxmlformats.org/drawingml/2006/main">
              <a:ext uri="{FF2B5EF4-FFF2-40B4-BE49-F238E27FC236}">
                <a16:creationId xmlns:a16="http://schemas.microsoft.com/office/drawing/2014/main" id="{701A2C90-CA4F-4DD6-999E-B3928014B39E}"/>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87E8B"/>
          </a:solidFill>
          <a:ln xmlns:a="http://schemas.openxmlformats.org/drawingml/2006/main" w="0">
            <a:noFill/>
            <a:prstDash val="solid"/>
          </a:ln>
        </p:spPr>
      </p:sp>
      <p:sp>
        <p:nvSpPr>
          <p:cNvPr id="3" name="footer">
            <a:extLst xmlns:a="http://schemas.openxmlformats.org/drawingml/2006/main">
              <a:ext uri="{FF2B5EF4-FFF2-40B4-BE49-F238E27FC236}">
                <a16:creationId xmlns:a16="http://schemas.microsoft.com/office/drawing/2014/main" id="{82897D9E-70C3-4EEC-ACE8-8F458E5A317F}"/>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486171"/>
                </a:solidFill>
                <a:latin typeface="Nimbus Sans"/>
                <a:ea typeface="Nimbus Sans"/>
                <a:cs typeface="Nimbus Sans"/>
              </a:defRPr>
            </a:defPPr>
            <a:lvl1pPr>
              <a:defRPr sz="1125" b="0">
                <a:solidFill>
                  <a:srgbClr val="486171"/>
                </a:solidFill>
                <a:latin typeface="Nimbus Sans"/>
                <a:ea typeface="Nimbus Sans"/>
                <a:cs typeface="Nimbus Sans"/>
              </a:defRPr>
            </a:lvl1pPr>
            <a:lvl2pPr>
              <a:defRPr sz="1125" b="0">
                <a:solidFill>
                  <a:srgbClr val="486171"/>
                </a:solidFill>
                <a:latin typeface="Nimbus Sans"/>
                <a:ea typeface="Nimbus Sans"/>
                <a:cs typeface="Nimbus Sans"/>
              </a:defRPr>
            </a:lvl2pPr>
            <a:lvl3pPr>
              <a:defRPr sz="1125" b="0">
                <a:solidFill>
                  <a:srgbClr val="486171"/>
                </a:solidFill>
                <a:latin typeface="Nimbus Sans"/>
                <a:ea typeface="Nimbus Sans"/>
                <a:cs typeface="Nimbus Sans"/>
              </a:defRPr>
            </a:lvl3pPr>
            <a:lvl4pPr>
              <a:defRPr sz="1125" b="0">
                <a:solidFill>
                  <a:srgbClr val="486171"/>
                </a:solidFill>
                <a:latin typeface="Nimbus Sans"/>
                <a:ea typeface="Nimbus Sans"/>
                <a:cs typeface="Nimbus Sans"/>
              </a:defRPr>
            </a:lvl4pPr>
            <a:lvl5pPr>
              <a:defRPr sz="1125" b="0">
                <a:solidFill>
                  <a:srgbClr val="486171"/>
                </a:solidFill>
                <a:latin typeface="Nimbus Sans"/>
                <a:ea typeface="Nimbus Sans"/>
                <a:cs typeface="Nimbus Sans"/>
              </a:defRPr>
            </a:lvl5pPr>
            <a:lvl6pPr>
              <a:defRPr sz="1125" b="0">
                <a:solidFill>
                  <a:srgbClr val="486171"/>
                </a:solidFill>
                <a:latin typeface="Nimbus Sans"/>
                <a:ea typeface="Nimbus Sans"/>
                <a:cs typeface="Nimbus Sans"/>
              </a:defRPr>
            </a:lvl6pPr>
            <a:lvl7pPr>
              <a:defRPr sz="1125" b="0">
                <a:solidFill>
                  <a:srgbClr val="486171"/>
                </a:solidFill>
                <a:latin typeface="Nimbus Sans"/>
                <a:ea typeface="Nimbus Sans"/>
                <a:cs typeface="Nimbus Sans"/>
              </a:defRPr>
            </a:lvl7pPr>
            <a:lvl8pPr>
              <a:defRPr sz="1125" b="0">
                <a:solidFill>
                  <a:srgbClr val="486171"/>
                </a:solidFill>
                <a:latin typeface="Nimbus Sans"/>
                <a:ea typeface="Nimbus Sans"/>
                <a:cs typeface="Nimbus Sans"/>
              </a:defRPr>
            </a:lvl8pPr>
            <a:lvl9pPr>
              <a:defRPr sz="1125" b="0">
                <a:solidFill>
                  <a:srgbClr val="486171"/>
                </a:solidFill>
                <a:latin typeface="Nimbus Sans"/>
                <a:ea typeface="Nimbus Sans"/>
                <a:cs typeface="Nimbus Sans"/>
              </a:defRPr>
            </a:lvl9pPr>
          </a:lstStyle>
          <a:p xmlns:a="http://schemas.openxmlformats.org/drawingml/2006/main">
            <a:pPr>
              <a:defRPr sz="1125" b="0">
                <a:solidFill>
                  <a:srgbClr val="486171"/>
                </a:solidFill>
                <a:latin typeface="Nimbus Sans"/>
                <a:ea typeface="Nimbus Sans"/>
                <a:cs typeface="Nimbus Sans"/>
              </a:defRPr>
            </a:pPr>
            <a:r>
              <a:rPr sz="1125" b="0">
                <a:solidFill>
                  <a:srgbClr val="486171"/>
                </a:solidFill>
                <a:latin typeface="Nimbus Sans"/>
                <a:ea typeface="Nimbus Sans"/>
                <a:cs typeface="Nimbus Sans"/>
              </a:rPr>
              <a:t>White paper pp. 12–13, 23</a:t>
            </a:r>
          </a:p>
        </p:txBody>
      </p:sp>
      <p:sp>
        <p:nvSpPr>
          <p:cNvPr id="4" name="page">
            <a:extLst xmlns:a="http://schemas.openxmlformats.org/drawingml/2006/main">
              <a:ext uri="{FF2B5EF4-FFF2-40B4-BE49-F238E27FC236}">
                <a16:creationId xmlns:a16="http://schemas.microsoft.com/office/drawing/2014/main" id="{4258B5AA-3599-4531-9143-6794A5EE5658}"/>
              </a:ext>
            </a:extLst>
          </p:cNvPr>
          <p:cNvSpPr>
            <a:spLocks xmlns:a="http://schemas.openxmlformats.org/drawingml/2006/main" noGrp="1"/>
          </p:cNvSpPr>
          <p:nvPr/>
        </p:nvSpPr>
        <p:spPr>
          <a:xfrm xmlns:a="http://schemas.openxmlformats.org/drawingml/2006/main">
            <a:off x="11172825" y="6429375"/>
            <a:ext cx="4095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486171"/>
                </a:solidFill>
                <a:latin typeface="Nimbus Sans"/>
                <a:ea typeface="Nimbus Sans"/>
                <a:cs typeface="Nimbus Sans"/>
              </a:defRPr>
            </a:defPPr>
            <a:lvl1pPr>
              <a:defRPr sz="1125" b="0">
                <a:solidFill>
                  <a:srgbClr val="486171"/>
                </a:solidFill>
                <a:latin typeface="Nimbus Sans"/>
                <a:ea typeface="Nimbus Sans"/>
                <a:cs typeface="Nimbus Sans"/>
              </a:defRPr>
            </a:lvl1pPr>
            <a:lvl2pPr>
              <a:defRPr sz="1125" b="0">
                <a:solidFill>
                  <a:srgbClr val="486171"/>
                </a:solidFill>
                <a:latin typeface="Nimbus Sans"/>
                <a:ea typeface="Nimbus Sans"/>
                <a:cs typeface="Nimbus Sans"/>
              </a:defRPr>
            </a:lvl2pPr>
            <a:lvl3pPr>
              <a:defRPr sz="1125" b="0">
                <a:solidFill>
                  <a:srgbClr val="486171"/>
                </a:solidFill>
                <a:latin typeface="Nimbus Sans"/>
                <a:ea typeface="Nimbus Sans"/>
                <a:cs typeface="Nimbus Sans"/>
              </a:defRPr>
            </a:lvl3pPr>
            <a:lvl4pPr>
              <a:defRPr sz="1125" b="0">
                <a:solidFill>
                  <a:srgbClr val="486171"/>
                </a:solidFill>
                <a:latin typeface="Nimbus Sans"/>
                <a:ea typeface="Nimbus Sans"/>
                <a:cs typeface="Nimbus Sans"/>
              </a:defRPr>
            </a:lvl4pPr>
            <a:lvl5pPr>
              <a:defRPr sz="1125" b="0">
                <a:solidFill>
                  <a:srgbClr val="486171"/>
                </a:solidFill>
                <a:latin typeface="Nimbus Sans"/>
                <a:ea typeface="Nimbus Sans"/>
                <a:cs typeface="Nimbus Sans"/>
              </a:defRPr>
            </a:lvl5pPr>
            <a:lvl6pPr>
              <a:defRPr sz="1125" b="0">
                <a:solidFill>
                  <a:srgbClr val="486171"/>
                </a:solidFill>
                <a:latin typeface="Nimbus Sans"/>
                <a:ea typeface="Nimbus Sans"/>
                <a:cs typeface="Nimbus Sans"/>
              </a:defRPr>
            </a:lvl6pPr>
            <a:lvl7pPr>
              <a:defRPr sz="1125" b="0">
                <a:solidFill>
                  <a:srgbClr val="486171"/>
                </a:solidFill>
                <a:latin typeface="Nimbus Sans"/>
                <a:ea typeface="Nimbus Sans"/>
                <a:cs typeface="Nimbus Sans"/>
              </a:defRPr>
            </a:lvl7pPr>
            <a:lvl8pPr>
              <a:defRPr sz="1125" b="0">
                <a:solidFill>
                  <a:srgbClr val="486171"/>
                </a:solidFill>
                <a:latin typeface="Nimbus Sans"/>
                <a:ea typeface="Nimbus Sans"/>
                <a:cs typeface="Nimbus Sans"/>
              </a:defRPr>
            </a:lvl8pPr>
            <a:lvl9pPr>
              <a:defRPr sz="1125" b="0">
                <a:solidFill>
                  <a:srgbClr val="486171"/>
                </a:solidFill>
                <a:latin typeface="Nimbus Sans"/>
                <a:ea typeface="Nimbus Sans"/>
                <a:cs typeface="Nimbus Sans"/>
              </a:defRPr>
            </a:lvl9pPr>
          </a:lstStyle>
          <a:p xmlns:a="http://schemas.openxmlformats.org/drawingml/2006/main">
            <a:pPr>
              <a:defRPr sz="1125" b="0">
                <a:solidFill>
                  <a:srgbClr val="486171"/>
                </a:solidFill>
                <a:latin typeface="Nimbus Sans"/>
                <a:ea typeface="Nimbus Sans"/>
                <a:cs typeface="Nimbus Sans"/>
              </a:defRPr>
            </a:pPr>
            <a:r>
              <a:rPr sz="1125" b="0">
                <a:solidFill>
                  <a:srgbClr val="486171"/>
                </a:solidFill>
                <a:latin typeface="Nimbus Sans"/>
                <a:ea typeface="Nimbus Sans"/>
                <a:cs typeface="Nimbus Sans"/>
              </a:rPr>
              <a:t>6</a:t>
            </a:r>
          </a:p>
        </p:txBody>
      </p:sp>
      <p:sp>
        <p:nvSpPr>
          <p:cNvPr id="5" name="m0">
            <a:extLst xmlns:a="http://schemas.openxmlformats.org/drawingml/2006/main">
              <a:ext uri="{FF2B5EF4-FFF2-40B4-BE49-F238E27FC236}">
                <a16:creationId xmlns:a16="http://schemas.microsoft.com/office/drawing/2014/main" id="{622095B9-9056-4D3B-9BAB-331AB2653B66}"/>
              </a:ext>
            </a:extLst>
          </p:cNvPr>
          <p:cNvSpPr>
            <a:spLocks xmlns:a="http://schemas.openxmlformats.org/drawingml/2006/main" noGrp="1"/>
          </p:cNvSpPr>
          <p:nvPr/>
        </p:nvSpPr>
        <p:spPr>
          <a:xfrm xmlns:a="http://schemas.openxmlformats.org/drawingml/2006/main">
            <a:off x="609600" y="1657350"/>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087E8B"/>
                </a:solidFill>
                <a:latin typeface="Nimbus Sans"/>
                <a:ea typeface="Nimbus Sans"/>
                <a:cs typeface="Nimbus Sans"/>
              </a:defRPr>
            </a:defPPr>
            <a:lvl1pPr>
              <a:defRPr sz="2025" b="1">
                <a:solidFill>
                  <a:srgbClr val="087E8B"/>
                </a:solidFill>
                <a:latin typeface="Nimbus Sans"/>
                <a:ea typeface="Nimbus Sans"/>
                <a:cs typeface="Nimbus Sans"/>
              </a:defRPr>
            </a:lvl1pPr>
            <a:lvl2pPr>
              <a:defRPr sz="2025" b="1">
                <a:solidFill>
                  <a:srgbClr val="087E8B"/>
                </a:solidFill>
                <a:latin typeface="Nimbus Sans"/>
                <a:ea typeface="Nimbus Sans"/>
                <a:cs typeface="Nimbus Sans"/>
              </a:defRPr>
            </a:lvl2pPr>
            <a:lvl3pPr>
              <a:defRPr sz="2025" b="1">
                <a:solidFill>
                  <a:srgbClr val="087E8B"/>
                </a:solidFill>
                <a:latin typeface="Nimbus Sans"/>
                <a:ea typeface="Nimbus Sans"/>
                <a:cs typeface="Nimbus Sans"/>
              </a:defRPr>
            </a:lvl3pPr>
            <a:lvl4pPr>
              <a:defRPr sz="2025" b="1">
                <a:solidFill>
                  <a:srgbClr val="087E8B"/>
                </a:solidFill>
                <a:latin typeface="Nimbus Sans"/>
                <a:ea typeface="Nimbus Sans"/>
                <a:cs typeface="Nimbus Sans"/>
              </a:defRPr>
            </a:lvl4pPr>
            <a:lvl5pPr>
              <a:defRPr sz="2025" b="1">
                <a:solidFill>
                  <a:srgbClr val="087E8B"/>
                </a:solidFill>
                <a:latin typeface="Nimbus Sans"/>
                <a:ea typeface="Nimbus Sans"/>
                <a:cs typeface="Nimbus Sans"/>
              </a:defRPr>
            </a:lvl5pPr>
            <a:lvl6pPr>
              <a:defRPr sz="2025" b="1">
                <a:solidFill>
                  <a:srgbClr val="087E8B"/>
                </a:solidFill>
                <a:latin typeface="Nimbus Sans"/>
                <a:ea typeface="Nimbus Sans"/>
                <a:cs typeface="Nimbus Sans"/>
              </a:defRPr>
            </a:lvl6pPr>
            <a:lvl7pPr>
              <a:defRPr sz="2025" b="1">
                <a:solidFill>
                  <a:srgbClr val="087E8B"/>
                </a:solidFill>
                <a:latin typeface="Nimbus Sans"/>
                <a:ea typeface="Nimbus Sans"/>
                <a:cs typeface="Nimbus Sans"/>
              </a:defRPr>
            </a:lvl7pPr>
            <a:lvl8pPr>
              <a:defRPr sz="2025" b="1">
                <a:solidFill>
                  <a:srgbClr val="087E8B"/>
                </a:solidFill>
                <a:latin typeface="Nimbus Sans"/>
                <a:ea typeface="Nimbus Sans"/>
                <a:cs typeface="Nimbus Sans"/>
              </a:defRPr>
            </a:lvl8pPr>
            <a:lvl9pPr>
              <a:defRPr sz="2025" b="1">
                <a:solidFill>
                  <a:srgbClr val="087E8B"/>
                </a:solidFill>
                <a:latin typeface="Nimbus Sans"/>
                <a:ea typeface="Nimbus Sans"/>
                <a:cs typeface="Nimbus Sans"/>
              </a:defRPr>
            </a:lvl9pPr>
          </a:lstStyle>
          <a:p xmlns:a="http://schemas.openxmlformats.org/drawingml/2006/main">
            <a:pPr>
              <a:defRPr sz="2025" b="1">
                <a:solidFill>
                  <a:srgbClr val="087E8B"/>
                </a:solidFill>
                <a:latin typeface="Nimbus Sans"/>
                <a:ea typeface="Nimbus Sans"/>
                <a:cs typeface="Nimbus Sans"/>
              </a:defRPr>
            </a:pPr>
            <a:r>
              <a:rPr sz="2025" b="1">
                <a:solidFill>
                  <a:srgbClr val="087E8B"/>
                </a:solidFill>
                <a:latin typeface="Nimbus Sans"/>
                <a:ea typeface="Nimbus Sans"/>
                <a:cs typeface="Nimbus Sans"/>
              </a:rPr>
              <a:t>Months 0–3</a:t>
            </a:r>
          </a:p>
        </p:txBody>
      </p:sp>
      <p:sp>
        <p:nvSpPr>
          <p:cNvPr id="6" name="d0">
            <a:extLst xmlns:a="http://schemas.openxmlformats.org/drawingml/2006/main">
              <a:ext uri="{FF2B5EF4-FFF2-40B4-BE49-F238E27FC236}">
                <a16:creationId xmlns:a16="http://schemas.microsoft.com/office/drawing/2014/main" id="{A92F2C02-66F1-434E-8128-0941D7AD5A7F}"/>
              </a:ext>
            </a:extLst>
          </p:cNvPr>
          <p:cNvSpPr>
            <a:spLocks xmlns:a="http://schemas.openxmlformats.org/drawingml/2006/main" noGrp="1"/>
          </p:cNvSpPr>
          <p:nvPr/>
        </p:nvSpPr>
        <p:spPr>
          <a:xfrm xmlns:a="http://schemas.openxmlformats.org/drawingml/2006/main">
            <a:off x="3276600" y="1657350"/>
            <a:ext cx="82581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12C40"/>
                </a:solidFill>
                <a:latin typeface="Nimbus Sans"/>
                <a:ea typeface="Nimbus Sans"/>
                <a:cs typeface="Nimbus Sans"/>
              </a:defRPr>
            </a:defPPr>
            <a:lvl1pPr>
              <a:defRPr sz="1950" b="0">
                <a:solidFill>
                  <a:srgbClr val="112C40"/>
                </a:solidFill>
                <a:latin typeface="Nimbus Sans"/>
                <a:ea typeface="Nimbus Sans"/>
                <a:cs typeface="Nimbus Sans"/>
              </a:defRPr>
            </a:lvl1pPr>
            <a:lvl2pPr>
              <a:defRPr sz="1950" b="0">
                <a:solidFill>
                  <a:srgbClr val="112C40"/>
                </a:solidFill>
                <a:latin typeface="Nimbus Sans"/>
                <a:ea typeface="Nimbus Sans"/>
                <a:cs typeface="Nimbus Sans"/>
              </a:defRPr>
            </a:lvl2pPr>
            <a:lvl3pPr>
              <a:defRPr sz="1950" b="0">
                <a:solidFill>
                  <a:srgbClr val="112C40"/>
                </a:solidFill>
                <a:latin typeface="Nimbus Sans"/>
                <a:ea typeface="Nimbus Sans"/>
                <a:cs typeface="Nimbus Sans"/>
              </a:defRPr>
            </a:lvl3pPr>
            <a:lvl4pPr>
              <a:defRPr sz="1950" b="0">
                <a:solidFill>
                  <a:srgbClr val="112C40"/>
                </a:solidFill>
                <a:latin typeface="Nimbus Sans"/>
                <a:ea typeface="Nimbus Sans"/>
                <a:cs typeface="Nimbus Sans"/>
              </a:defRPr>
            </a:lvl4pPr>
            <a:lvl5pPr>
              <a:defRPr sz="1950" b="0">
                <a:solidFill>
                  <a:srgbClr val="112C40"/>
                </a:solidFill>
                <a:latin typeface="Nimbus Sans"/>
                <a:ea typeface="Nimbus Sans"/>
                <a:cs typeface="Nimbus Sans"/>
              </a:defRPr>
            </a:lvl5pPr>
            <a:lvl6pPr>
              <a:defRPr sz="1950" b="0">
                <a:solidFill>
                  <a:srgbClr val="112C40"/>
                </a:solidFill>
                <a:latin typeface="Nimbus Sans"/>
                <a:ea typeface="Nimbus Sans"/>
                <a:cs typeface="Nimbus Sans"/>
              </a:defRPr>
            </a:lvl6pPr>
            <a:lvl7pPr>
              <a:defRPr sz="1950" b="0">
                <a:solidFill>
                  <a:srgbClr val="112C40"/>
                </a:solidFill>
                <a:latin typeface="Nimbus Sans"/>
                <a:ea typeface="Nimbus Sans"/>
                <a:cs typeface="Nimbus Sans"/>
              </a:defRPr>
            </a:lvl7pPr>
            <a:lvl8pPr>
              <a:defRPr sz="1950" b="0">
                <a:solidFill>
                  <a:srgbClr val="112C40"/>
                </a:solidFill>
                <a:latin typeface="Nimbus Sans"/>
                <a:ea typeface="Nimbus Sans"/>
                <a:cs typeface="Nimbus Sans"/>
              </a:defRPr>
            </a:lvl8pPr>
            <a:lvl9pPr>
              <a:defRPr sz="1950" b="0">
                <a:solidFill>
                  <a:srgbClr val="112C40"/>
                </a:solidFill>
                <a:latin typeface="Nimbus Sans"/>
                <a:ea typeface="Nimbus Sans"/>
                <a:cs typeface="Nimbus Sans"/>
              </a:defRPr>
            </a:lvl9pPr>
          </a:lstStyle>
          <a:p xmlns:a="http://schemas.openxmlformats.org/drawingml/2006/main">
            <a:pPr>
              <a:defRPr sz="1950" b="0">
                <a:solidFill>
                  <a:srgbClr val="112C40"/>
                </a:solidFill>
                <a:latin typeface="Nimbus Sans"/>
                <a:ea typeface="Nimbus Sans"/>
                <a:cs typeface="Nimbus Sans"/>
              </a:defRPr>
            </a:pPr>
            <a:r>
              <a:rPr sz="1950" b="0">
                <a:solidFill>
                  <a:srgbClr val="112C40"/>
                </a:solidFill>
                <a:latin typeface="Nimbus Sans"/>
                <a:ea typeface="Nimbus Sans"/>
                <a:cs typeface="Nimbus Sans"/>
              </a:rPr>
              <a:t>Rights review, experimental lead, replayed pilots and qualified assays</a:t>
            </a:r>
          </a:p>
        </p:txBody>
      </p:sp>
      <p:sp>
        <p:nvSpPr>
          <p:cNvPr id="7" name="r0">
            <a:extLst xmlns:a="http://schemas.openxmlformats.org/drawingml/2006/main">
              <a:ext uri="{FF2B5EF4-FFF2-40B4-BE49-F238E27FC236}">
                <a16:creationId xmlns:a16="http://schemas.microsoft.com/office/drawing/2014/main" id="{F1446F7F-27F0-415E-827E-CA587212126E}"/>
              </a:ext>
            </a:extLst>
          </p:cNvPr>
          <p:cNvSpPr>
            <a:spLocks xmlns:a="http://schemas.openxmlformats.org/drawingml/2006/main" noGrp="1"/>
          </p:cNvSpPr>
          <p:nvPr/>
        </p:nvSpPr>
        <p:spPr>
          <a:xfrm xmlns:a="http://schemas.openxmlformats.org/drawingml/2006/main">
            <a:off x="609600" y="2409825"/>
            <a:ext cx="10972800" cy="9525"/>
          </a:xfrm>
          <a:prstGeom xmlns:a="http://schemas.openxmlformats.org/drawingml/2006/main" prst="rect">
            <a:avLst/>
          </a:prstGeom>
          <a:solidFill xmlns:a="http://schemas.openxmlformats.org/drawingml/2006/main">
            <a:srgbClr val="E6EEF1"/>
          </a:solidFill>
          <a:ln xmlns:a="http://schemas.openxmlformats.org/drawingml/2006/main" w="0">
            <a:noFill/>
            <a:prstDash val="solid"/>
          </a:ln>
        </p:spPr>
      </p:sp>
      <p:sp>
        <p:nvSpPr>
          <p:cNvPr id="8" name="m1">
            <a:extLst xmlns:a="http://schemas.openxmlformats.org/drawingml/2006/main">
              <a:ext uri="{FF2B5EF4-FFF2-40B4-BE49-F238E27FC236}">
                <a16:creationId xmlns:a16="http://schemas.microsoft.com/office/drawing/2014/main" id="{245EDC1F-1BB8-4BF1-8B73-B391FDB7EDF3}"/>
              </a:ext>
            </a:extLst>
          </p:cNvPr>
          <p:cNvSpPr>
            <a:spLocks xmlns:a="http://schemas.openxmlformats.org/drawingml/2006/main" noGrp="1"/>
          </p:cNvSpPr>
          <p:nvPr/>
        </p:nvSpPr>
        <p:spPr>
          <a:xfrm xmlns:a="http://schemas.openxmlformats.org/drawingml/2006/main">
            <a:off x="609600" y="2514600"/>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087E8B"/>
                </a:solidFill>
                <a:latin typeface="Nimbus Sans"/>
                <a:ea typeface="Nimbus Sans"/>
                <a:cs typeface="Nimbus Sans"/>
              </a:defRPr>
            </a:defPPr>
            <a:lvl1pPr>
              <a:defRPr sz="2025" b="1">
                <a:solidFill>
                  <a:srgbClr val="087E8B"/>
                </a:solidFill>
                <a:latin typeface="Nimbus Sans"/>
                <a:ea typeface="Nimbus Sans"/>
                <a:cs typeface="Nimbus Sans"/>
              </a:defRPr>
            </a:lvl1pPr>
            <a:lvl2pPr>
              <a:defRPr sz="2025" b="1">
                <a:solidFill>
                  <a:srgbClr val="087E8B"/>
                </a:solidFill>
                <a:latin typeface="Nimbus Sans"/>
                <a:ea typeface="Nimbus Sans"/>
                <a:cs typeface="Nimbus Sans"/>
              </a:defRPr>
            </a:lvl2pPr>
            <a:lvl3pPr>
              <a:defRPr sz="2025" b="1">
                <a:solidFill>
                  <a:srgbClr val="087E8B"/>
                </a:solidFill>
                <a:latin typeface="Nimbus Sans"/>
                <a:ea typeface="Nimbus Sans"/>
                <a:cs typeface="Nimbus Sans"/>
              </a:defRPr>
            </a:lvl3pPr>
            <a:lvl4pPr>
              <a:defRPr sz="2025" b="1">
                <a:solidFill>
                  <a:srgbClr val="087E8B"/>
                </a:solidFill>
                <a:latin typeface="Nimbus Sans"/>
                <a:ea typeface="Nimbus Sans"/>
                <a:cs typeface="Nimbus Sans"/>
              </a:defRPr>
            </a:lvl4pPr>
            <a:lvl5pPr>
              <a:defRPr sz="2025" b="1">
                <a:solidFill>
                  <a:srgbClr val="087E8B"/>
                </a:solidFill>
                <a:latin typeface="Nimbus Sans"/>
                <a:ea typeface="Nimbus Sans"/>
                <a:cs typeface="Nimbus Sans"/>
              </a:defRPr>
            </a:lvl5pPr>
            <a:lvl6pPr>
              <a:defRPr sz="2025" b="1">
                <a:solidFill>
                  <a:srgbClr val="087E8B"/>
                </a:solidFill>
                <a:latin typeface="Nimbus Sans"/>
                <a:ea typeface="Nimbus Sans"/>
                <a:cs typeface="Nimbus Sans"/>
              </a:defRPr>
            </a:lvl6pPr>
            <a:lvl7pPr>
              <a:defRPr sz="2025" b="1">
                <a:solidFill>
                  <a:srgbClr val="087E8B"/>
                </a:solidFill>
                <a:latin typeface="Nimbus Sans"/>
                <a:ea typeface="Nimbus Sans"/>
                <a:cs typeface="Nimbus Sans"/>
              </a:defRPr>
            </a:lvl7pPr>
            <a:lvl8pPr>
              <a:defRPr sz="2025" b="1">
                <a:solidFill>
                  <a:srgbClr val="087E8B"/>
                </a:solidFill>
                <a:latin typeface="Nimbus Sans"/>
                <a:ea typeface="Nimbus Sans"/>
                <a:cs typeface="Nimbus Sans"/>
              </a:defRPr>
            </a:lvl8pPr>
            <a:lvl9pPr>
              <a:defRPr sz="2025" b="1">
                <a:solidFill>
                  <a:srgbClr val="087E8B"/>
                </a:solidFill>
                <a:latin typeface="Nimbus Sans"/>
                <a:ea typeface="Nimbus Sans"/>
                <a:cs typeface="Nimbus Sans"/>
              </a:defRPr>
            </a:lvl9pPr>
          </a:lstStyle>
          <a:p xmlns:a="http://schemas.openxmlformats.org/drawingml/2006/main">
            <a:pPr>
              <a:defRPr sz="2025" b="1">
                <a:solidFill>
                  <a:srgbClr val="087E8B"/>
                </a:solidFill>
                <a:latin typeface="Nimbus Sans"/>
                <a:ea typeface="Nimbus Sans"/>
                <a:cs typeface="Nimbus Sans"/>
              </a:defRPr>
            </a:pPr>
            <a:r>
              <a:rPr sz="2025" b="1">
                <a:solidFill>
                  <a:srgbClr val="087E8B"/>
                </a:solidFill>
                <a:latin typeface="Nimbus Sans"/>
                <a:ea typeface="Nimbus Sans"/>
                <a:cs typeface="Nimbus Sans"/>
              </a:rPr>
              <a:t>Months 4–6</a:t>
            </a:r>
          </a:p>
        </p:txBody>
      </p:sp>
      <p:sp>
        <p:nvSpPr>
          <p:cNvPr id="9" name="d1">
            <a:extLst xmlns:a="http://schemas.openxmlformats.org/drawingml/2006/main">
              <a:ext uri="{FF2B5EF4-FFF2-40B4-BE49-F238E27FC236}">
                <a16:creationId xmlns:a16="http://schemas.microsoft.com/office/drawing/2014/main" id="{12520248-09FC-472B-81D1-7E3BE6E27389}"/>
              </a:ext>
            </a:extLst>
          </p:cNvPr>
          <p:cNvSpPr>
            <a:spLocks xmlns:a="http://schemas.openxmlformats.org/drawingml/2006/main" noGrp="1"/>
          </p:cNvSpPr>
          <p:nvPr/>
        </p:nvSpPr>
        <p:spPr>
          <a:xfrm xmlns:a="http://schemas.openxmlformats.org/drawingml/2006/main">
            <a:off x="3276600" y="2514600"/>
            <a:ext cx="82581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12C40"/>
                </a:solidFill>
                <a:latin typeface="Nimbus Sans"/>
                <a:ea typeface="Nimbus Sans"/>
                <a:cs typeface="Nimbus Sans"/>
              </a:defRPr>
            </a:defPPr>
            <a:lvl1pPr>
              <a:defRPr sz="1950" b="0">
                <a:solidFill>
                  <a:srgbClr val="112C40"/>
                </a:solidFill>
                <a:latin typeface="Nimbus Sans"/>
                <a:ea typeface="Nimbus Sans"/>
                <a:cs typeface="Nimbus Sans"/>
              </a:defRPr>
            </a:lvl1pPr>
            <a:lvl2pPr>
              <a:defRPr sz="1950" b="0">
                <a:solidFill>
                  <a:srgbClr val="112C40"/>
                </a:solidFill>
                <a:latin typeface="Nimbus Sans"/>
                <a:ea typeface="Nimbus Sans"/>
                <a:cs typeface="Nimbus Sans"/>
              </a:defRPr>
            </a:lvl2pPr>
            <a:lvl3pPr>
              <a:defRPr sz="1950" b="0">
                <a:solidFill>
                  <a:srgbClr val="112C40"/>
                </a:solidFill>
                <a:latin typeface="Nimbus Sans"/>
                <a:ea typeface="Nimbus Sans"/>
                <a:cs typeface="Nimbus Sans"/>
              </a:defRPr>
            </a:lvl3pPr>
            <a:lvl4pPr>
              <a:defRPr sz="1950" b="0">
                <a:solidFill>
                  <a:srgbClr val="112C40"/>
                </a:solidFill>
                <a:latin typeface="Nimbus Sans"/>
                <a:ea typeface="Nimbus Sans"/>
                <a:cs typeface="Nimbus Sans"/>
              </a:defRPr>
            </a:lvl4pPr>
            <a:lvl5pPr>
              <a:defRPr sz="1950" b="0">
                <a:solidFill>
                  <a:srgbClr val="112C40"/>
                </a:solidFill>
                <a:latin typeface="Nimbus Sans"/>
                <a:ea typeface="Nimbus Sans"/>
                <a:cs typeface="Nimbus Sans"/>
              </a:defRPr>
            </a:lvl5pPr>
            <a:lvl6pPr>
              <a:defRPr sz="1950" b="0">
                <a:solidFill>
                  <a:srgbClr val="112C40"/>
                </a:solidFill>
                <a:latin typeface="Nimbus Sans"/>
                <a:ea typeface="Nimbus Sans"/>
                <a:cs typeface="Nimbus Sans"/>
              </a:defRPr>
            </a:lvl6pPr>
            <a:lvl7pPr>
              <a:defRPr sz="1950" b="0">
                <a:solidFill>
                  <a:srgbClr val="112C40"/>
                </a:solidFill>
                <a:latin typeface="Nimbus Sans"/>
                <a:ea typeface="Nimbus Sans"/>
                <a:cs typeface="Nimbus Sans"/>
              </a:defRPr>
            </a:lvl7pPr>
            <a:lvl8pPr>
              <a:defRPr sz="1950" b="0">
                <a:solidFill>
                  <a:srgbClr val="112C40"/>
                </a:solidFill>
                <a:latin typeface="Nimbus Sans"/>
                <a:ea typeface="Nimbus Sans"/>
                <a:cs typeface="Nimbus Sans"/>
              </a:defRPr>
            </a:lvl8pPr>
            <a:lvl9pPr>
              <a:defRPr sz="1950" b="0">
                <a:solidFill>
                  <a:srgbClr val="112C40"/>
                </a:solidFill>
                <a:latin typeface="Nimbus Sans"/>
                <a:ea typeface="Nimbus Sans"/>
                <a:cs typeface="Nimbus Sans"/>
              </a:defRPr>
            </a:lvl9pPr>
          </a:lstStyle>
          <a:p xmlns:a="http://schemas.openxmlformats.org/drawingml/2006/main">
            <a:pPr>
              <a:defRPr sz="1950" b="0">
                <a:solidFill>
                  <a:srgbClr val="112C40"/>
                </a:solidFill>
                <a:latin typeface="Nimbus Sans"/>
                <a:ea typeface="Nimbus Sans"/>
                <a:cs typeface="Nimbus Sans"/>
              </a:defRPr>
            </a:pPr>
            <a:r>
              <a:rPr sz="1950" b="0">
                <a:solidFill>
                  <a:srgbClr val="112C40"/>
                </a:solidFill>
                <a:latin typeface="Nimbus Sans"/>
                <a:ea typeface="Nimbus Sans"/>
                <a:cs typeface="Nimbus Sans"/>
              </a:rPr>
              <a:t>Balanced discovery screen and target engagement. Advance up to 12 candidates</a:t>
            </a:r>
          </a:p>
        </p:txBody>
      </p:sp>
      <p:sp>
        <p:nvSpPr>
          <p:cNvPr id="10" name="r1">
            <a:extLst xmlns:a="http://schemas.openxmlformats.org/drawingml/2006/main">
              <a:ext uri="{FF2B5EF4-FFF2-40B4-BE49-F238E27FC236}">
                <a16:creationId xmlns:a16="http://schemas.microsoft.com/office/drawing/2014/main" id="{39CC7119-0F94-4A11-AF80-42261F2A552D}"/>
              </a:ext>
            </a:extLst>
          </p:cNvPr>
          <p:cNvSpPr>
            <a:spLocks xmlns:a="http://schemas.openxmlformats.org/drawingml/2006/main" noGrp="1"/>
          </p:cNvSpPr>
          <p:nvPr/>
        </p:nvSpPr>
        <p:spPr>
          <a:xfrm xmlns:a="http://schemas.openxmlformats.org/drawingml/2006/main">
            <a:off x="609600" y="3267075"/>
            <a:ext cx="10972800" cy="9525"/>
          </a:xfrm>
          <a:prstGeom xmlns:a="http://schemas.openxmlformats.org/drawingml/2006/main" prst="rect">
            <a:avLst/>
          </a:prstGeom>
          <a:solidFill xmlns:a="http://schemas.openxmlformats.org/drawingml/2006/main">
            <a:srgbClr val="E6EEF1"/>
          </a:solidFill>
          <a:ln xmlns:a="http://schemas.openxmlformats.org/drawingml/2006/main" w="0">
            <a:noFill/>
            <a:prstDash val="solid"/>
          </a:ln>
        </p:spPr>
      </p:sp>
      <p:sp>
        <p:nvSpPr>
          <p:cNvPr id="11" name="m2">
            <a:extLst xmlns:a="http://schemas.openxmlformats.org/drawingml/2006/main">
              <a:ext uri="{FF2B5EF4-FFF2-40B4-BE49-F238E27FC236}">
                <a16:creationId xmlns:a16="http://schemas.microsoft.com/office/drawing/2014/main" id="{6ADC0F36-437A-4756-AF85-E1AD1BF35755}"/>
              </a:ext>
            </a:extLst>
          </p:cNvPr>
          <p:cNvSpPr>
            <a:spLocks xmlns:a="http://schemas.openxmlformats.org/drawingml/2006/main" noGrp="1"/>
          </p:cNvSpPr>
          <p:nvPr/>
        </p:nvSpPr>
        <p:spPr>
          <a:xfrm xmlns:a="http://schemas.openxmlformats.org/drawingml/2006/main">
            <a:off x="609600" y="3371850"/>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087E8B"/>
                </a:solidFill>
                <a:latin typeface="Nimbus Sans"/>
                <a:ea typeface="Nimbus Sans"/>
                <a:cs typeface="Nimbus Sans"/>
              </a:defRPr>
            </a:defPPr>
            <a:lvl1pPr>
              <a:defRPr sz="2025" b="1">
                <a:solidFill>
                  <a:srgbClr val="087E8B"/>
                </a:solidFill>
                <a:latin typeface="Nimbus Sans"/>
                <a:ea typeface="Nimbus Sans"/>
                <a:cs typeface="Nimbus Sans"/>
              </a:defRPr>
            </a:lvl1pPr>
            <a:lvl2pPr>
              <a:defRPr sz="2025" b="1">
                <a:solidFill>
                  <a:srgbClr val="087E8B"/>
                </a:solidFill>
                <a:latin typeface="Nimbus Sans"/>
                <a:ea typeface="Nimbus Sans"/>
                <a:cs typeface="Nimbus Sans"/>
              </a:defRPr>
            </a:lvl2pPr>
            <a:lvl3pPr>
              <a:defRPr sz="2025" b="1">
                <a:solidFill>
                  <a:srgbClr val="087E8B"/>
                </a:solidFill>
                <a:latin typeface="Nimbus Sans"/>
                <a:ea typeface="Nimbus Sans"/>
                <a:cs typeface="Nimbus Sans"/>
              </a:defRPr>
            </a:lvl3pPr>
            <a:lvl4pPr>
              <a:defRPr sz="2025" b="1">
                <a:solidFill>
                  <a:srgbClr val="087E8B"/>
                </a:solidFill>
                <a:latin typeface="Nimbus Sans"/>
                <a:ea typeface="Nimbus Sans"/>
                <a:cs typeface="Nimbus Sans"/>
              </a:defRPr>
            </a:lvl4pPr>
            <a:lvl5pPr>
              <a:defRPr sz="2025" b="1">
                <a:solidFill>
                  <a:srgbClr val="087E8B"/>
                </a:solidFill>
                <a:latin typeface="Nimbus Sans"/>
                <a:ea typeface="Nimbus Sans"/>
                <a:cs typeface="Nimbus Sans"/>
              </a:defRPr>
            </a:lvl5pPr>
            <a:lvl6pPr>
              <a:defRPr sz="2025" b="1">
                <a:solidFill>
                  <a:srgbClr val="087E8B"/>
                </a:solidFill>
                <a:latin typeface="Nimbus Sans"/>
                <a:ea typeface="Nimbus Sans"/>
                <a:cs typeface="Nimbus Sans"/>
              </a:defRPr>
            </a:lvl6pPr>
            <a:lvl7pPr>
              <a:defRPr sz="2025" b="1">
                <a:solidFill>
                  <a:srgbClr val="087E8B"/>
                </a:solidFill>
                <a:latin typeface="Nimbus Sans"/>
                <a:ea typeface="Nimbus Sans"/>
                <a:cs typeface="Nimbus Sans"/>
              </a:defRPr>
            </a:lvl7pPr>
            <a:lvl8pPr>
              <a:defRPr sz="2025" b="1">
                <a:solidFill>
                  <a:srgbClr val="087E8B"/>
                </a:solidFill>
                <a:latin typeface="Nimbus Sans"/>
                <a:ea typeface="Nimbus Sans"/>
                <a:cs typeface="Nimbus Sans"/>
              </a:defRPr>
            </a:lvl8pPr>
            <a:lvl9pPr>
              <a:defRPr sz="2025" b="1">
                <a:solidFill>
                  <a:srgbClr val="087E8B"/>
                </a:solidFill>
                <a:latin typeface="Nimbus Sans"/>
                <a:ea typeface="Nimbus Sans"/>
                <a:cs typeface="Nimbus Sans"/>
              </a:defRPr>
            </a:lvl9pPr>
          </a:lstStyle>
          <a:p xmlns:a="http://schemas.openxmlformats.org/drawingml/2006/main">
            <a:pPr>
              <a:defRPr sz="2025" b="1">
                <a:solidFill>
                  <a:srgbClr val="087E8B"/>
                </a:solidFill>
                <a:latin typeface="Nimbus Sans"/>
                <a:ea typeface="Nimbus Sans"/>
                <a:cs typeface="Nimbus Sans"/>
              </a:defRPr>
            </a:pPr>
            <a:r>
              <a:rPr sz="2025" b="1">
                <a:solidFill>
                  <a:srgbClr val="087E8B"/>
                </a:solidFill>
                <a:latin typeface="Nimbus Sans"/>
                <a:ea typeface="Nimbus Sans"/>
                <a:cs typeface="Nimbus Sans"/>
              </a:rPr>
              <a:t>Months 7–12</a:t>
            </a:r>
          </a:p>
        </p:txBody>
      </p:sp>
      <p:sp>
        <p:nvSpPr>
          <p:cNvPr id="12" name="d2">
            <a:extLst xmlns:a="http://schemas.openxmlformats.org/drawingml/2006/main">
              <a:ext uri="{FF2B5EF4-FFF2-40B4-BE49-F238E27FC236}">
                <a16:creationId xmlns:a16="http://schemas.microsoft.com/office/drawing/2014/main" id="{BA421727-6BA4-4ACD-873E-7985ADF6D5AF}"/>
              </a:ext>
            </a:extLst>
          </p:cNvPr>
          <p:cNvSpPr>
            <a:spLocks xmlns:a="http://schemas.openxmlformats.org/drawingml/2006/main" noGrp="1"/>
          </p:cNvSpPr>
          <p:nvPr/>
        </p:nvSpPr>
        <p:spPr>
          <a:xfrm xmlns:a="http://schemas.openxmlformats.org/drawingml/2006/main">
            <a:off x="3276600" y="3371850"/>
            <a:ext cx="82581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12C40"/>
                </a:solidFill>
                <a:latin typeface="Nimbus Sans"/>
                <a:ea typeface="Nimbus Sans"/>
                <a:cs typeface="Nimbus Sans"/>
              </a:defRPr>
            </a:defPPr>
            <a:lvl1pPr>
              <a:defRPr sz="1950" b="0">
                <a:solidFill>
                  <a:srgbClr val="112C40"/>
                </a:solidFill>
                <a:latin typeface="Nimbus Sans"/>
                <a:ea typeface="Nimbus Sans"/>
                <a:cs typeface="Nimbus Sans"/>
              </a:defRPr>
            </a:lvl1pPr>
            <a:lvl2pPr>
              <a:defRPr sz="1950" b="0">
                <a:solidFill>
                  <a:srgbClr val="112C40"/>
                </a:solidFill>
                <a:latin typeface="Nimbus Sans"/>
                <a:ea typeface="Nimbus Sans"/>
                <a:cs typeface="Nimbus Sans"/>
              </a:defRPr>
            </a:lvl2pPr>
            <a:lvl3pPr>
              <a:defRPr sz="1950" b="0">
                <a:solidFill>
                  <a:srgbClr val="112C40"/>
                </a:solidFill>
                <a:latin typeface="Nimbus Sans"/>
                <a:ea typeface="Nimbus Sans"/>
                <a:cs typeface="Nimbus Sans"/>
              </a:defRPr>
            </a:lvl3pPr>
            <a:lvl4pPr>
              <a:defRPr sz="1950" b="0">
                <a:solidFill>
                  <a:srgbClr val="112C40"/>
                </a:solidFill>
                <a:latin typeface="Nimbus Sans"/>
                <a:ea typeface="Nimbus Sans"/>
                <a:cs typeface="Nimbus Sans"/>
              </a:defRPr>
            </a:lvl4pPr>
            <a:lvl5pPr>
              <a:defRPr sz="1950" b="0">
                <a:solidFill>
                  <a:srgbClr val="112C40"/>
                </a:solidFill>
                <a:latin typeface="Nimbus Sans"/>
                <a:ea typeface="Nimbus Sans"/>
                <a:cs typeface="Nimbus Sans"/>
              </a:defRPr>
            </a:lvl5pPr>
            <a:lvl6pPr>
              <a:defRPr sz="1950" b="0">
                <a:solidFill>
                  <a:srgbClr val="112C40"/>
                </a:solidFill>
                <a:latin typeface="Nimbus Sans"/>
                <a:ea typeface="Nimbus Sans"/>
                <a:cs typeface="Nimbus Sans"/>
              </a:defRPr>
            </a:lvl6pPr>
            <a:lvl7pPr>
              <a:defRPr sz="1950" b="0">
                <a:solidFill>
                  <a:srgbClr val="112C40"/>
                </a:solidFill>
                <a:latin typeface="Nimbus Sans"/>
                <a:ea typeface="Nimbus Sans"/>
                <a:cs typeface="Nimbus Sans"/>
              </a:defRPr>
            </a:lvl7pPr>
            <a:lvl8pPr>
              <a:defRPr sz="1950" b="0">
                <a:solidFill>
                  <a:srgbClr val="112C40"/>
                </a:solidFill>
                <a:latin typeface="Nimbus Sans"/>
                <a:ea typeface="Nimbus Sans"/>
                <a:cs typeface="Nimbus Sans"/>
              </a:defRPr>
            </a:lvl8pPr>
            <a:lvl9pPr>
              <a:defRPr sz="1950" b="0">
                <a:solidFill>
                  <a:srgbClr val="112C40"/>
                </a:solidFill>
                <a:latin typeface="Nimbus Sans"/>
                <a:ea typeface="Nimbus Sans"/>
                <a:cs typeface="Nimbus Sans"/>
              </a:defRPr>
            </a:lvl9pPr>
          </a:lstStyle>
          <a:p xmlns:a="http://schemas.openxmlformats.org/drawingml/2006/main">
            <a:pPr>
              <a:defRPr sz="1950" b="0">
                <a:solidFill>
                  <a:srgbClr val="112C40"/>
                </a:solidFill>
                <a:latin typeface="Nimbus Sans"/>
                <a:ea typeface="Nimbus Sans"/>
                <a:cs typeface="Nimbus Sans"/>
              </a:defRPr>
            </a:pPr>
            <a:r>
              <a:rPr sz="1950" b="0">
                <a:solidFill>
                  <a:srgbClr val="112C40"/>
                </a:solidFill>
                <a:latin typeface="Nimbus Sans"/>
                <a:ea typeface="Nimbus Sans"/>
                <a:cs typeface="Nimbus Sans"/>
              </a:rPr>
              <a:t>At least two mechanisms with orthogonal evidence and functional benefit</a:t>
            </a:r>
          </a:p>
        </p:txBody>
      </p:sp>
      <p:sp>
        <p:nvSpPr>
          <p:cNvPr id="13" name="r2">
            <a:extLst xmlns:a="http://schemas.openxmlformats.org/drawingml/2006/main">
              <a:ext uri="{FF2B5EF4-FFF2-40B4-BE49-F238E27FC236}">
                <a16:creationId xmlns:a16="http://schemas.microsoft.com/office/drawing/2014/main" id="{D39E70F6-317E-49EF-9B4B-7281DDBDFDD0}"/>
              </a:ext>
            </a:extLst>
          </p:cNvPr>
          <p:cNvSpPr>
            <a:spLocks xmlns:a="http://schemas.openxmlformats.org/drawingml/2006/main" noGrp="1"/>
          </p:cNvSpPr>
          <p:nvPr/>
        </p:nvSpPr>
        <p:spPr>
          <a:xfrm xmlns:a="http://schemas.openxmlformats.org/drawingml/2006/main">
            <a:off x="609600" y="4124325"/>
            <a:ext cx="10972800" cy="9525"/>
          </a:xfrm>
          <a:prstGeom xmlns:a="http://schemas.openxmlformats.org/drawingml/2006/main" prst="rect">
            <a:avLst/>
          </a:prstGeom>
          <a:solidFill xmlns:a="http://schemas.openxmlformats.org/drawingml/2006/main">
            <a:srgbClr val="E6EEF1"/>
          </a:solidFill>
          <a:ln xmlns:a="http://schemas.openxmlformats.org/drawingml/2006/main" w="0">
            <a:noFill/>
            <a:prstDash val="solid"/>
          </a:ln>
        </p:spPr>
      </p:sp>
      <p:sp>
        <p:nvSpPr>
          <p:cNvPr id="14" name="m3">
            <a:extLst xmlns:a="http://schemas.openxmlformats.org/drawingml/2006/main">
              <a:ext uri="{FF2B5EF4-FFF2-40B4-BE49-F238E27FC236}">
                <a16:creationId xmlns:a16="http://schemas.microsoft.com/office/drawing/2014/main" id="{7493F1E4-3232-4CCF-B556-24D1E7A144AF}"/>
              </a:ext>
            </a:extLst>
          </p:cNvPr>
          <p:cNvSpPr>
            <a:spLocks xmlns:a="http://schemas.openxmlformats.org/drawingml/2006/main" noGrp="1"/>
          </p:cNvSpPr>
          <p:nvPr/>
        </p:nvSpPr>
        <p:spPr>
          <a:xfrm xmlns:a="http://schemas.openxmlformats.org/drawingml/2006/main">
            <a:off x="609600" y="4229100"/>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087E8B"/>
                </a:solidFill>
                <a:latin typeface="Nimbus Sans"/>
                <a:ea typeface="Nimbus Sans"/>
                <a:cs typeface="Nimbus Sans"/>
              </a:defRPr>
            </a:defPPr>
            <a:lvl1pPr>
              <a:defRPr sz="2025" b="1">
                <a:solidFill>
                  <a:srgbClr val="087E8B"/>
                </a:solidFill>
                <a:latin typeface="Nimbus Sans"/>
                <a:ea typeface="Nimbus Sans"/>
                <a:cs typeface="Nimbus Sans"/>
              </a:defRPr>
            </a:lvl1pPr>
            <a:lvl2pPr>
              <a:defRPr sz="2025" b="1">
                <a:solidFill>
                  <a:srgbClr val="087E8B"/>
                </a:solidFill>
                <a:latin typeface="Nimbus Sans"/>
                <a:ea typeface="Nimbus Sans"/>
                <a:cs typeface="Nimbus Sans"/>
              </a:defRPr>
            </a:lvl2pPr>
            <a:lvl3pPr>
              <a:defRPr sz="2025" b="1">
                <a:solidFill>
                  <a:srgbClr val="087E8B"/>
                </a:solidFill>
                <a:latin typeface="Nimbus Sans"/>
                <a:ea typeface="Nimbus Sans"/>
                <a:cs typeface="Nimbus Sans"/>
              </a:defRPr>
            </a:lvl3pPr>
            <a:lvl4pPr>
              <a:defRPr sz="2025" b="1">
                <a:solidFill>
                  <a:srgbClr val="087E8B"/>
                </a:solidFill>
                <a:latin typeface="Nimbus Sans"/>
                <a:ea typeface="Nimbus Sans"/>
                <a:cs typeface="Nimbus Sans"/>
              </a:defRPr>
            </a:lvl4pPr>
            <a:lvl5pPr>
              <a:defRPr sz="2025" b="1">
                <a:solidFill>
                  <a:srgbClr val="087E8B"/>
                </a:solidFill>
                <a:latin typeface="Nimbus Sans"/>
                <a:ea typeface="Nimbus Sans"/>
                <a:cs typeface="Nimbus Sans"/>
              </a:defRPr>
            </a:lvl5pPr>
            <a:lvl6pPr>
              <a:defRPr sz="2025" b="1">
                <a:solidFill>
                  <a:srgbClr val="087E8B"/>
                </a:solidFill>
                <a:latin typeface="Nimbus Sans"/>
                <a:ea typeface="Nimbus Sans"/>
                <a:cs typeface="Nimbus Sans"/>
              </a:defRPr>
            </a:lvl6pPr>
            <a:lvl7pPr>
              <a:defRPr sz="2025" b="1">
                <a:solidFill>
                  <a:srgbClr val="087E8B"/>
                </a:solidFill>
                <a:latin typeface="Nimbus Sans"/>
                <a:ea typeface="Nimbus Sans"/>
                <a:cs typeface="Nimbus Sans"/>
              </a:defRPr>
            </a:lvl7pPr>
            <a:lvl8pPr>
              <a:defRPr sz="2025" b="1">
                <a:solidFill>
                  <a:srgbClr val="087E8B"/>
                </a:solidFill>
                <a:latin typeface="Nimbus Sans"/>
                <a:ea typeface="Nimbus Sans"/>
                <a:cs typeface="Nimbus Sans"/>
              </a:defRPr>
            </a:lvl8pPr>
            <a:lvl9pPr>
              <a:defRPr sz="2025" b="1">
                <a:solidFill>
                  <a:srgbClr val="087E8B"/>
                </a:solidFill>
                <a:latin typeface="Nimbus Sans"/>
                <a:ea typeface="Nimbus Sans"/>
                <a:cs typeface="Nimbus Sans"/>
              </a:defRPr>
            </a:lvl9pPr>
          </a:lstStyle>
          <a:p xmlns:a="http://schemas.openxmlformats.org/drawingml/2006/main">
            <a:pPr>
              <a:defRPr sz="2025" b="1">
                <a:solidFill>
                  <a:srgbClr val="087E8B"/>
                </a:solidFill>
                <a:latin typeface="Nimbus Sans"/>
                <a:ea typeface="Nimbus Sans"/>
                <a:cs typeface="Nimbus Sans"/>
              </a:defRPr>
            </a:pPr>
            <a:r>
              <a:rPr sz="2025" b="1">
                <a:solidFill>
                  <a:srgbClr val="087E8B"/>
                </a:solidFill>
                <a:latin typeface="Nimbus Sans"/>
                <a:ea typeface="Nimbus Sans"/>
                <a:cs typeface="Nimbus Sans"/>
              </a:rPr>
              <a:t>Months 13–18</a:t>
            </a:r>
          </a:p>
        </p:txBody>
      </p:sp>
      <p:sp>
        <p:nvSpPr>
          <p:cNvPr id="15" name="d3">
            <a:extLst xmlns:a="http://schemas.openxmlformats.org/drawingml/2006/main">
              <a:ext uri="{FF2B5EF4-FFF2-40B4-BE49-F238E27FC236}">
                <a16:creationId xmlns:a16="http://schemas.microsoft.com/office/drawing/2014/main" id="{504BBD30-1B67-421F-96DB-1597C7D220A4}"/>
              </a:ext>
            </a:extLst>
          </p:cNvPr>
          <p:cNvSpPr>
            <a:spLocks xmlns:a="http://schemas.openxmlformats.org/drawingml/2006/main" noGrp="1"/>
          </p:cNvSpPr>
          <p:nvPr/>
        </p:nvSpPr>
        <p:spPr>
          <a:xfrm xmlns:a="http://schemas.openxmlformats.org/drawingml/2006/main">
            <a:off x="3276600" y="4229100"/>
            <a:ext cx="82581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12C40"/>
                </a:solidFill>
                <a:latin typeface="Nimbus Sans"/>
                <a:ea typeface="Nimbus Sans"/>
                <a:cs typeface="Nimbus Sans"/>
              </a:defRPr>
            </a:defPPr>
            <a:lvl1pPr>
              <a:defRPr sz="1950" b="0">
                <a:solidFill>
                  <a:srgbClr val="112C40"/>
                </a:solidFill>
                <a:latin typeface="Nimbus Sans"/>
                <a:ea typeface="Nimbus Sans"/>
                <a:cs typeface="Nimbus Sans"/>
              </a:defRPr>
            </a:lvl1pPr>
            <a:lvl2pPr>
              <a:defRPr sz="1950" b="0">
                <a:solidFill>
                  <a:srgbClr val="112C40"/>
                </a:solidFill>
                <a:latin typeface="Nimbus Sans"/>
                <a:ea typeface="Nimbus Sans"/>
                <a:cs typeface="Nimbus Sans"/>
              </a:defRPr>
            </a:lvl2pPr>
            <a:lvl3pPr>
              <a:defRPr sz="1950" b="0">
                <a:solidFill>
                  <a:srgbClr val="112C40"/>
                </a:solidFill>
                <a:latin typeface="Nimbus Sans"/>
                <a:ea typeface="Nimbus Sans"/>
                <a:cs typeface="Nimbus Sans"/>
              </a:defRPr>
            </a:lvl3pPr>
            <a:lvl4pPr>
              <a:defRPr sz="1950" b="0">
                <a:solidFill>
                  <a:srgbClr val="112C40"/>
                </a:solidFill>
                <a:latin typeface="Nimbus Sans"/>
                <a:ea typeface="Nimbus Sans"/>
                <a:cs typeface="Nimbus Sans"/>
              </a:defRPr>
            </a:lvl4pPr>
            <a:lvl5pPr>
              <a:defRPr sz="1950" b="0">
                <a:solidFill>
                  <a:srgbClr val="112C40"/>
                </a:solidFill>
                <a:latin typeface="Nimbus Sans"/>
                <a:ea typeface="Nimbus Sans"/>
                <a:cs typeface="Nimbus Sans"/>
              </a:defRPr>
            </a:lvl5pPr>
            <a:lvl6pPr>
              <a:defRPr sz="1950" b="0">
                <a:solidFill>
                  <a:srgbClr val="112C40"/>
                </a:solidFill>
                <a:latin typeface="Nimbus Sans"/>
                <a:ea typeface="Nimbus Sans"/>
                <a:cs typeface="Nimbus Sans"/>
              </a:defRPr>
            </a:lvl6pPr>
            <a:lvl7pPr>
              <a:defRPr sz="1950" b="0">
                <a:solidFill>
                  <a:srgbClr val="112C40"/>
                </a:solidFill>
                <a:latin typeface="Nimbus Sans"/>
                <a:ea typeface="Nimbus Sans"/>
                <a:cs typeface="Nimbus Sans"/>
              </a:defRPr>
            </a:lvl7pPr>
            <a:lvl8pPr>
              <a:defRPr sz="1950" b="0">
                <a:solidFill>
                  <a:srgbClr val="112C40"/>
                </a:solidFill>
                <a:latin typeface="Nimbus Sans"/>
                <a:ea typeface="Nimbus Sans"/>
                <a:cs typeface="Nimbus Sans"/>
              </a:defRPr>
            </a:lvl8pPr>
            <a:lvl9pPr>
              <a:defRPr sz="1950" b="0">
                <a:solidFill>
                  <a:srgbClr val="112C40"/>
                </a:solidFill>
                <a:latin typeface="Nimbus Sans"/>
                <a:ea typeface="Nimbus Sans"/>
                <a:cs typeface="Nimbus Sans"/>
              </a:defRPr>
            </a:lvl9pPr>
          </a:lstStyle>
          <a:p xmlns:a="http://schemas.openxmlformats.org/drawingml/2006/main">
            <a:pPr>
              <a:defRPr sz="1950" b="0">
                <a:solidFill>
                  <a:srgbClr val="112C40"/>
                </a:solidFill>
                <a:latin typeface="Nimbus Sans"/>
                <a:ea typeface="Nimbus Sans"/>
                <a:cs typeface="Nimbus Sans"/>
              </a:defRPr>
            </a:pPr>
            <a:r>
              <a:rPr sz="1950" b="0">
                <a:solidFill>
                  <a:srgbClr val="112C40"/>
                </a:solidFill>
                <a:latin typeface="Nimbus Sans"/>
                <a:ea typeface="Nimbus Sans"/>
                <a:cs typeface="Nimbus Sans"/>
              </a:rPr>
              <a:t>Replication in new donors and an external laboratory, with withdrawal follow-up</a:t>
            </a:r>
          </a:p>
        </p:txBody>
      </p:sp>
      <p:sp>
        <p:nvSpPr>
          <p:cNvPr id="16" name="r3">
            <a:extLst xmlns:a="http://schemas.openxmlformats.org/drawingml/2006/main">
              <a:ext uri="{FF2B5EF4-FFF2-40B4-BE49-F238E27FC236}">
                <a16:creationId xmlns:a16="http://schemas.microsoft.com/office/drawing/2014/main" id="{F1426568-2B9F-4A40-9B87-362E29B54B68}"/>
              </a:ext>
            </a:extLst>
          </p:cNvPr>
          <p:cNvSpPr>
            <a:spLocks xmlns:a="http://schemas.openxmlformats.org/drawingml/2006/main" noGrp="1"/>
          </p:cNvSpPr>
          <p:nvPr/>
        </p:nvSpPr>
        <p:spPr>
          <a:xfrm xmlns:a="http://schemas.openxmlformats.org/drawingml/2006/main">
            <a:off x="609600" y="4981575"/>
            <a:ext cx="10972800" cy="9525"/>
          </a:xfrm>
          <a:prstGeom xmlns:a="http://schemas.openxmlformats.org/drawingml/2006/main" prst="rect">
            <a:avLst/>
          </a:prstGeom>
          <a:solidFill xmlns:a="http://schemas.openxmlformats.org/drawingml/2006/main">
            <a:srgbClr val="E6EEF1"/>
          </a:solidFill>
          <a:ln xmlns:a="http://schemas.openxmlformats.org/drawingml/2006/main" w="0">
            <a:noFill/>
            <a:prstDash val="solid"/>
          </a:ln>
        </p:spPr>
      </p:sp>
      <p:sp>
        <p:nvSpPr>
          <p:cNvPr id="17" name="m4">
            <a:extLst xmlns:a="http://schemas.openxmlformats.org/drawingml/2006/main">
              <a:ext uri="{FF2B5EF4-FFF2-40B4-BE49-F238E27FC236}">
                <a16:creationId xmlns:a16="http://schemas.microsoft.com/office/drawing/2014/main" id="{E82CDFBF-6DFC-44C0-89A5-C90EE703DCD7}"/>
              </a:ext>
            </a:extLst>
          </p:cNvPr>
          <p:cNvSpPr>
            <a:spLocks xmlns:a="http://schemas.openxmlformats.org/drawingml/2006/main" noGrp="1"/>
          </p:cNvSpPr>
          <p:nvPr/>
        </p:nvSpPr>
        <p:spPr>
          <a:xfrm xmlns:a="http://schemas.openxmlformats.org/drawingml/2006/main">
            <a:off x="609600" y="5086350"/>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087E8B"/>
                </a:solidFill>
                <a:latin typeface="Nimbus Sans"/>
                <a:ea typeface="Nimbus Sans"/>
                <a:cs typeface="Nimbus Sans"/>
              </a:defRPr>
            </a:defPPr>
            <a:lvl1pPr>
              <a:defRPr sz="2025" b="1">
                <a:solidFill>
                  <a:srgbClr val="087E8B"/>
                </a:solidFill>
                <a:latin typeface="Nimbus Sans"/>
                <a:ea typeface="Nimbus Sans"/>
                <a:cs typeface="Nimbus Sans"/>
              </a:defRPr>
            </a:lvl1pPr>
            <a:lvl2pPr>
              <a:defRPr sz="2025" b="1">
                <a:solidFill>
                  <a:srgbClr val="087E8B"/>
                </a:solidFill>
                <a:latin typeface="Nimbus Sans"/>
                <a:ea typeface="Nimbus Sans"/>
                <a:cs typeface="Nimbus Sans"/>
              </a:defRPr>
            </a:lvl2pPr>
            <a:lvl3pPr>
              <a:defRPr sz="2025" b="1">
                <a:solidFill>
                  <a:srgbClr val="087E8B"/>
                </a:solidFill>
                <a:latin typeface="Nimbus Sans"/>
                <a:ea typeface="Nimbus Sans"/>
                <a:cs typeface="Nimbus Sans"/>
              </a:defRPr>
            </a:lvl3pPr>
            <a:lvl4pPr>
              <a:defRPr sz="2025" b="1">
                <a:solidFill>
                  <a:srgbClr val="087E8B"/>
                </a:solidFill>
                <a:latin typeface="Nimbus Sans"/>
                <a:ea typeface="Nimbus Sans"/>
                <a:cs typeface="Nimbus Sans"/>
              </a:defRPr>
            </a:lvl4pPr>
            <a:lvl5pPr>
              <a:defRPr sz="2025" b="1">
                <a:solidFill>
                  <a:srgbClr val="087E8B"/>
                </a:solidFill>
                <a:latin typeface="Nimbus Sans"/>
                <a:ea typeface="Nimbus Sans"/>
                <a:cs typeface="Nimbus Sans"/>
              </a:defRPr>
            </a:lvl5pPr>
            <a:lvl6pPr>
              <a:defRPr sz="2025" b="1">
                <a:solidFill>
                  <a:srgbClr val="087E8B"/>
                </a:solidFill>
                <a:latin typeface="Nimbus Sans"/>
                <a:ea typeface="Nimbus Sans"/>
                <a:cs typeface="Nimbus Sans"/>
              </a:defRPr>
            </a:lvl6pPr>
            <a:lvl7pPr>
              <a:defRPr sz="2025" b="1">
                <a:solidFill>
                  <a:srgbClr val="087E8B"/>
                </a:solidFill>
                <a:latin typeface="Nimbus Sans"/>
                <a:ea typeface="Nimbus Sans"/>
                <a:cs typeface="Nimbus Sans"/>
              </a:defRPr>
            </a:lvl7pPr>
            <a:lvl8pPr>
              <a:defRPr sz="2025" b="1">
                <a:solidFill>
                  <a:srgbClr val="087E8B"/>
                </a:solidFill>
                <a:latin typeface="Nimbus Sans"/>
                <a:ea typeface="Nimbus Sans"/>
                <a:cs typeface="Nimbus Sans"/>
              </a:defRPr>
            </a:lvl8pPr>
            <a:lvl9pPr>
              <a:defRPr sz="2025" b="1">
                <a:solidFill>
                  <a:srgbClr val="087E8B"/>
                </a:solidFill>
                <a:latin typeface="Nimbus Sans"/>
                <a:ea typeface="Nimbus Sans"/>
                <a:cs typeface="Nimbus Sans"/>
              </a:defRPr>
            </a:lvl9pPr>
          </a:lstStyle>
          <a:p xmlns:a="http://schemas.openxmlformats.org/drawingml/2006/main">
            <a:pPr>
              <a:defRPr sz="2025" b="1">
                <a:solidFill>
                  <a:srgbClr val="087E8B"/>
                </a:solidFill>
                <a:latin typeface="Nimbus Sans"/>
                <a:ea typeface="Nimbus Sans"/>
                <a:cs typeface="Nimbus Sans"/>
              </a:defRPr>
            </a:pPr>
            <a:r>
              <a:rPr sz="2025" b="1">
                <a:solidFill>
                  <a:srgbClr val="087E8B"/>
                </a:solidFill>
                <a:latin typeface="Nimbus Sans"/>
                <a:ea typeface="Nimbus Sans"/>
                <a:cs typeface="Nimbus Sans"/>
              </a:rPr>
              <a:t>Months 19–24</a:t>
            </a:r>
          </a:p>
        </p:txBody>
      </p:sp>
      <p:sp>
        <p:nvSpPr>
          <p:cNvPr id="18" name="d4">
            <a:extLst xmlns:a="http://schemas.openxmlformats.org/drawingml/2006/main">
              <a:ext uri="{FF2B5EF4-FFF2-40B4-BE49-F238E27FC236}">
                <a16:creationId xmlns:a16="http://schemas.microsoft.com/office/drawing/2014/main" id="{3398BB4E-FE11-485C-B04E-FE6B8BE68AF2}"/>
              </a:ext>
            </a:extLst>
          </p:cNvPr>
          <p:cNvSpPr>
            <a:spLocks xmlns:a="http://schemas.openxmlformats.org/drawingml/2006/main" noGrp="1"/>
          </p:cNvSpPr>
          <p:nvPr/>
        </p:nvSpPr>
        <p:spPr>
          <a:xfrm xmlns:a="http://schemas.openxmlformats.org/drawingml/2006/main">
            <a:off x="3276600" y="5086350"/>
            <a:ext cx="82581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12C40"/>
                </a:solidFill>
                <a:latin typeface="Nimbus Sans"/>
                <a:ea typeface="Nimbus Sans"/>
                <a:cs typeface="Nimbus Sans"/>
              </a:defRPr>
            </a:defPPr>
            <a:lvl1pPr>
              <a:defRPr sz="1950" b="0">
                <a:solidFill>
                  <a:srgbClr val="112C40"/>
                </a:solidFill>
                <a:latin typeface="Nimbus Sans"/>
                <a:ea typeface="Nimbus Sans"/>
                <a:cs typeface="Nimbus Sans"/>
              </a:defRPr>
            </a:lvl1pPr>
            <a:lvl2pPr>
              <a:defRPr sz="1950" b="0">
                <a:solidFill>
                  <a:srgbClr val="112C40"/>
                </a:solidFill>
                <a:latin typeface="Nimbus Sans"/>
                <a:ea typeface="Nimbus Sans"/>
                <a:cs typeface="Nimbus Sans"/>
              </a:defRPr>
            </a:lvl2pPr>
            <a:lvl3pPr>
              <a:defRPr sz="1950" b="0">
                <a:solidFill>
                  <a:srgbClr val="112C40"/>
                </a:solidFill>
                <a:latin typeface="Nimbus Sans"/>
                <a:ea typeface="Nimbus Sans"/>
                <a:cs typeface="Nimbus Sans"/>
              </a:defRPr>
            </a:lvl3pPr>
            <a:lvl4pPr>
              <a:defRPr sz="1950" b="0">
                <a:solidFill>
                  <a:srgbClr val="112C40"/>
                </a:solidFill>
                <a:latin typeface="Nimbus Sans"/>
                <a:ea typeface="Nimbus Sans"/>
                <a:cs typeface="Nimbus Sans"/>
              </a:defRPr>
            </a:lvl4pPr>
            <a:lvl5pPr>
              <a:defRPr sz="1950" b="0">
                <a:solidFill>
                  <a:srgbClr val="112C40"/>
                </a:solidFill>
                <a:latin typeface="Nimbus Sans"/>
                <a:ea typeface="Nimbus Sans"/>
                <a:cs typeface="Nimbus Sans"/>
              </a:defRPr>
            </a:lvl5pPr>
            <a:lvl6pPr>
              <a:defRPr sz="1950" b="0">
                <a:solidFill>
                  <a:srgbClr val="112C40"/>
                </a:solidFill>
                <a:latin typeface="Nimbus Sans"/>
                <a:ea typeface="Nimbus Sans"/>
                <a:cs typeface="Nimbus Sans"/>
              </a:defRPr>
            </a:lvl6pPr>
            <a:lvl7pPr>
              <a:defRPr sz="1950" b="0">
                <a:solidFill>
                  <a:srgbClr val="112C40"/>
                </a:solidFill>
                <a:latin typeface="Nimbus Sans"/>
                <a:ea typeface="Nimbus Sans"/>
                <a:cs typeface="Nimbus Sans"/>
              </a:defRPr>
            </a:lvl7pPr>
            <a:lvl8pPr>
              <a:defRPr sz="1950" b="0">
                <a:solidFill>
                  <a:srgbClr val="112C40"/>
                </a:solidFill>
                <a:latin typeface="Nimbus Sans"/>
                <a:ea typeface="Nimbus Sans"/>
                <a:cs typeface="Nimbus Sans"/>
              </a:defRPr>
            </a:lvl8pPr>
            <a:lvl9pPr>
              <a:defRPr sz="1950" b="0">
                <a:solidFill>
                  <a:srgbClr val="112C40"/>
                </a:solidFill>
                <a:latin typeface="Nimbus Sans"/>
                <a:ea typeface="Nimbus Sans"/>
                <a:cs typeface="Nimbus Sans"/>
              </a:defRPr>
            </a:lvl9pPr>
          </a:lstStyle>
          <a:p xmlns:a="http://schemas.openxmlformats.org/drawingml/2006/main">
            <a:pPr>
              <a:defRPr sz="1950" b="0">
                <a:solidFill>
                  <a:srgbClr val="112C40"/>
                </a:solidFill>
                <a:latin typeface="Nimbus Sans"/>
                <a:ea typeface="Nimbus Sans"/>
                <a:cs typeface="Nimbus Sans"/>
              </a:defRPr>
            </a:pPr>
            <a:r>
              <a:rPr sz="1950" b="0">
                <a:solidFill>
                  <a:srgbClr val="112C40"/>
                </a:solidFill>
                <a:latin typeface="Nimbus Sans"/>
                <a:ea typeface="Nimbus Sans"/>
                <a:cs typeface="Nimbus Sans"/>
              </a:rPr>
              <a:t>One mechanism package with modality feasibility, IP assessment and a next-study plan</a:t>
            </a:r>
          </a:p>
        </p:txBody>
      </p:sp>
    </p:spTree>
    <p:extLst>
      <p:ext uri="{BB962C8B-B14F-4D97-AF65-F5344CB8AC3E}">
        <p14:creationId xmlns:p14="http://schemas.microsoft.com/office/powerpoint/2010/main" val="1568393573"/>
      </p:ext>
    </p:extLst>
  </p:cSld>
</p:sld>
</file>

<file path=ppt/slides/slide7.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28" name="title">
            <a:extLst xmlns:a="http://schemas.openxmlformats.org/drawingml/2006/main">
              <a:ext uri="{FF2B5EF4-FFF2-40B4-BE49-F238E27FC236}">
                <a16:creationId xmlns:a16="http://schemas.microsoft.com/office/drawing/2014/main" id="{D19BA127-7B13-4CFF-90F8-F8273B1914C0}"/>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12C40"/>
                </a:solidFill>
                <a:latin typeface="Nimbus Sans"/>
                <a:ea typeface="Nimbus Sans"/>
                <a:cs typeface="Nimbus Sans"/>
              </a:defRPr>
            </a:defPPr>
            <a:lvl1pPr>
              <a:defRPr sz="3225" b="1">
                <a:solidFill>
                  <a:srgbClr val="112C40"/>
                </a:solidFill>
                <a:latin typeface="Nimbus Sans"/>
                <a:ea typeface="Nimbus Sans"/>
                <a:cs typeface="Nimbus Sans"/>
              </a:defRPr>
            </a:lvl1pPr>
            <a:lvl2pPr>
              <a:defRPr sz="3225" b="1">
                <a:solidFill>
                  <a:srgbClr val="112C40"/>
                </a:solidFill>
                <a:latin typeface="Nimbus Sans"/>
                <a:ea typeface="Nimbus Sans"/>
                <a:cs typeface="Nimbus Sans"/>
              </a:defRPr>
            </a:lvl2pPr>
            <a:lvl3pPr>
              <a:defRPr sz="3225" b="1">
                <a:solidFill>
                  <a:srgbClr val="112C40"/>
                </a:solidFill>
                <a:latin typeface="Nimbus Sans"/>
                <a:ea typeface="Nimbus Sans"/>
                <a:cs typeface="Nimbus Sans"/>
              </a:defRPr>
            </a:lvl3pPr>
            <a:lvl4pPr>
              <a:defRPr sz="3225" b="1">
                <a:solidFill>
                  <a:srgbClr val="112C40"/>
                </a:solidFill>
                <a:latin typeface="Nimbus Sans"/>
                <a:ea typeface="Nimbus Sans"/>
                <a:cs typeface="Nimbus Sans"/>
              </a:defRPr>
            </a:lvl4pPr>
            <a:lvl5pPr>
              <a:defRPr sz="3225" b="1">
                <a:solidFill>
                  <a:srgbClr val="112C40"/>
                </a:solidFill>
                <a:latin typeface="Nimbus Sans"/>
                <a:ea typeface="Nimbus Sans"/>
                <a:cs typeface="Nimbus Sans"/>
              </a:defRPr>
            </a:lvl5pPr>
            <a:lvl6pPr>
              <a:defRPr sz="3225" b="1">
                <a:solidFill>
                  <a:srgbClr val="112C40"/>
                </a:solidFill>
                <a:latin typeface="Nimbus Sans"/>
                <a:ea typeface="Nimbus Sans"/>
                <a:cs typeface="Nimbus Sans"/>
              </a:defRPr>
            </a:lvl6pPr>
            <a:lvl7pPr>
              <a:defRPr sz="3225" b="1">
                <a:solidFill>
                  <a:srgbClr val="112C40"/>
                </a:solidFill>
                <a:latin typeface="Nimbus Sans"/>
                <a:ea typeface="Nimbus Sans"/>
                <a:cs typeface="Nimbus Sans"/>
              </a:defRPr>
            </a:lvl7pPr>
            <a:lvl8pPr>
              <a:defRPr sz="3225" b="1">
                <a:solidFill>
                  <a:srgbClr val="112C40"/>
                </a:solidFill>
                <a:latin typeface="Nimbus Sans"/>
                <a:ea typeface="Nimbus Sans"/>
                <a:cs typeface="Nimbus Sans"/>
              </a:defRPr>
            </a:lvl8pPr>
            <a:lvl9pPr>
              <a:defRPr sz="3225" b="1">
                <a:solidFill>
                  <a:srgbClr val="112C40"/>
                </a:solidFill>
                <a:latin typeface="Nimbus Sans"/>
                <a:ea typeface="Nimbus Sans"/>
                <a:cs typeface="Nimbus Sans"/>
              </a:defRPr>
            </a:lvl9pPr>
          </a:lstStyle>
          <a:p xmlns:a="http://schemas.openxmlformats.org/drawingml/2006/main">
            <a:pPr>
              <a:defRPr sz="3225" b="1">
                <a:solidFill>
                  <a:srgbClr val="112C40"/>
                </a:solidFill>
                <a:latin typeface="Nimbus Sans"/>
                <a:ea typeface="Nimbus Sans"/>
                <a:cs typeface="Nimbus Sans"/>
              </a:defRPr>
            </a:pPr>
            <a:r>
              <a:rPr sz="3225" b="1">
                <a:solidFill>
                  <a:srgbClr val="112C40"/>
                </a:solidFill>
                <a:latin typeface="Nimbus Sans"/>
                <a:ea typeface="Nimbus Sans"/>
                <a:cs typeface="Nimbus Sans"/>
              </a:rPr>
              <a:t>Illustrative $8 million plan over 24 months</a:t>
            </a:r>
          </a:p>
        </p:txBody>
      </p:sp>
      <p:sp>
        <p:nvSpPr>
          <p:cNvPr id="2" name="rule">
            <a:extLst xmlns:a="http://schemas.openxmlformats.org/drawingml/2006/main">
              <a:ext uri="{FF2B5EF4-FFF2-40B4-BE49-F238E27FC236}">
                <a16:creationId xmlns:a16="http://schemas.microsoft.com/office/drawing/2014/main" id="{AFD848B1-F932-48C5-8101-F998E4A441C2}"/>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87E8B"/>
          </a:solidFill>
          <a:ln xmlns:a="http://schemas.openxmlformats.org/drawingml/2006/main" w="0">
            <a:noFill/>
            <a:prstDash val="solid"/>
          </a:ln>
        </p:spPr>
      </p:sp>
      <p:sp>
        <p:nvSpPr>
          <p:cNvPr id="3" name="footer">
            <a:extLst xmlns:a="http://schemas.openxmlformats.org/drawingml/2006/main">
              <a:ext uri="{FF2B5EF4-FFF2-40B4-BE49-F238E27FC236}">
                <a16:creationId xmlns:a16="http://schemas.microsoft.com/office/drawing/2014/main" id="{27D90A21-DAD5-4F22-824F-5F94DC4C2130}"/>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486171"/>
                </a:solidFill>
                <a:latin typeface="Nimbus Sans"/>
                <a:ea typeface="Nimbus Sans"/>
                <a:cs typeface="Nimbus Sans"/>
              </a:defRPr>
            </a:defPPr>
            <a:lvl1pPr>
              <a:defRPr sz="1125" b="0">
                <a:solidFill>
                  <a:srgbClr val="486171"/>
                </a:solidFill>
                <a:latin typeface="Nimbus Sans"/>
                <a:ea typeface="Nimbus Sans"/>
                <a:cs typeface="Nimbus Sans"/>
              </a:defRPr>
            </a:lvl1pPr>
            <a:lvl2pPr>
              <a:defRPr sz="1125" b="0">
                <a:solidFill>
                  <a:srgbClr val="486171"/>
                </a:solidFill>
                <a:latin typeface="Nimbus Sans"/>
                <a:ea typeface="Nimbus Sans"/>
                <a:cs typeface="Nimbus Sans"/>
              </a:defRPr>
            </a:lvl2pPr>
            <a:lvl3pPr>
              <a:defRPr sz="1125" b="0">
                <a:solidFill>
                  <a:srgbClr val="486171"/>
                </a:solidFill>
                <a:latin typeface="Nimbus Sans"/>
                <a:ea typeface="Nimbus Sans"/>
                <a:cs typeface="Nimbus Sans"/>
              </a:defRPr>
            </a:lvl3pPr>
            <a:lvl4pPr>
              <a:defRPr sz="1125" b="0">
                <a:solidFill>
                  <a:srgbClr val="486171"/>
                </a:solidFill>
                <a:latin typeface="Nimbus Sans"/>
                <a:ea typeface="Nimbus Sans"/>
                <a:cs typeface="Nimbus Sans"/>
              </a:defRPr>
            </a:lvl4pPr>
            <a:lvl5pPr>
              <a:defRPr sz="1125" b="0">
                <a:solidFill>
                  <a:srgbClr val="486171"/>
                </a:solidFill>
                <a:latin typeface="Nimbus Sans"/>
                <a:ea typeface="Nimbus Sans"/>
                <a:cs typeface="Nimbus Sans"/>
              </a:defRPr>
            </a:lvl5pPr>
            <a:lvl6pPr>
              <a:defRPr sz="1125" b="0">
                <a:solidFill>
                  <a:srgbClr val="486171"/>
                </a:solidFill>
                <a:latin typeface="Nimbus Sans"/>
                <a:ea typeface="Nimbus Sans"/>
                <a:cs typeface="Nimbus Sans"/>
              </a:defRPr>
            </a:lvl6pPr>
            <a:lvl7pPr>
              <a:defRPr sz="1125" b="0">
                <a:solidFill>
                  <a:srgbClr val="486171"/>
                </a:solidFill>
                <a:latin typeface="Nimbus Sans"/>
                <a:ea typeface="Nimbus Sans"/>
                <a:cs typeface="Nimbus Sans"/>
              </a:defRPr>
            </a:lvl7pPr>
            <a:lvl8pPr>
              <a:defRPr sz="1125" b="0">
                <a:solidFill>
                  <a:srgbClr val="486171"/>
                </a:solidFill>
                <a:latin typeface="Nimbus Sans"/>
                <a:ea typeface="Nimbus Sans"/>
                <a:cs typeface="Nimbus Sans"/>
              </a:defRPr>
            </a:lvl8pPr>
            <a:lvl9pPr>
              <a:defRPr sz="1125" b="0">
                <a:solidFill>
                  <a:srgbClr val="486171"/>
                </a:solidFill>
                <a:latin typeface="Nimbus Sans"/>
                <a:ea typeface="Nimbus Sans"/>
                <a:cs typeface="Nimbus Sans"/>
              </a:defRPr>
            </a:lvl9pPr>
          </a:lstStyle>
          <a:p xmlns:a="http://schemas.openxmlformats.org/drawingml/2006/main">
            <a:pPr>
              <a:defRPr sz="1125" b="0">
                <a:solidFill>
                  <a:srgbClr val="486171"/>
                </a:solidFill>
                <a:latin typeface="Nimbus Sans"/>
                <a:ea typeface="Nimbus Sans"/>
                <a:cs typeface="Nimbus Sans"/>
              </a:defRPr>
            </a:pPr>
            <a:r>
              <a:rPr sz="1125" b="0">
                <a:solidFill>
                  <a:srgbClr val="486171"/>
                </a:solidFill>
                <a:latin typeface="Nimbus Sans"/>
                <a:ea typeface="Nimbus Sans"/>
                <a:cs typeface="Nimbus Sans"/>
              </a:rPr>
              <a:t>White paper p. 18. USD millions. Planning assumptions, subject to quotes and approved hiring</a:t>
            </a:r>
          </a:p>
        </p:txBody>
      </p:sp>
      <p:sp>
        <p:nvSpPr>
          <p:cNvPr id="4" name="page">
            <a:extLst xmlns:a="http://schemas.openxmlformats.org/drawingml/2006/main">
              <a:ext uri="{FF2B5EF4-FFF2-40B4-BE49-F238E27FC236}">
                <a16:creationId xmlns:a16="http://schemas.microsoft.com/office/drawing/2014/main" id="{5263994D-964E-45D5-9FF5-7A3ADECF22F1}"/>
              </a:ext>
            </a:extLst>
          </p:cNvPr>
          <p:cNvSpPr>
            <a:spLocks xmlns:a="http://schemas.openxmlformats.org/drawingml/2006/main" noGrp="1"/>
          </p:cNvSpPr>
          <p:nvPr/>
        </p:nvSpPr>
        <p:spPr>
          <a:xfrm xmlns:a="http://schemas.openxmlformats.org/drawingml/2006/main">
            <a:off x="11172825" y="6429375"/>
            <a:ext cx="4095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486171"/>
                </a:solidFill>
                <a:latin typeface="Nimbus Sans"/>
                <a:ea typeface="Nimbus Sans"/>
                <a:cs typeface="Nimbus Sans"/>
              </a:defRPr>
            </a:defPPr>
            <a:lvl1pPr>
              <a:defRPr sz="1125" b="0">
                <a:solidFill>
                  <a:srgbClr val="486171"/>
                </a:solidFill>
                <a:latin typeface="Nimbus Sans"/>
                <a:ea typeface="Nimbus Sans"/>
                <a:cs typeface="Nimbus Sans"/>
              </a:defRPr>
            </a:lvl1pPr>
            <a:lvl2pPr>
              <a:defRPr sz="1125" b="0">
                <a:solidFill>
                  <a:srgbClr val="486171"/>
                </a:solidFill>
                <a:latin typeface="Nimbus Sans"/>
                <a:ea typeface="Nimbus Sans"/>
                <a:cs typeface="Nimbus Sans"/>
              </a:defRPr>
            </a:lvl2pPr>
            <a:lvl3pPr>
              <a:defRPr sz="1125" b="0">
                <a:solidFill>
                  <a:srgbClr val="486171"/>
                </a:solidFill>
                <a:latin typeface="Nimbus Sans"/>
                <a:ea typeface="Nimbus Sans"/>
                <a:cs typeface="Nimbus Sans"/>
              </a:defRPr>
            </a:lvl3pPr>
            <a:lvl4pPr>
              <a:defRPr sz="1125" b="0">
                <a:solidFill>
                  <a:srgbClr val="486171"/>
                </a:solidFill>
                <a:latin typeface="Nimbus Sans"/>
                <a:ea typeface="Nimbus Sans"/>
                <a:cs typeface="Nimbus Sans"/>
              </a:defRPr>
            </a:lvl4pPr>
            <a:lvl5pPr>
              <a:defRPr sz="1125" b="0">
                <a:solidFill>
                  <a:srgbClr val="486171"/>
                </a:solidFill>
                <a:latin typeface="Nimbus Sans"/>
                <a:ea typeface="Nimbus Sans"/>
                <a:cs typeface="Nimbus Sans"/>
              </a:defRPr>
            </a:lvl5pPr>
            <a:lvl6pPr>
              <a:defRPr sz="1125" b="0">
                <a:solidFill>
                  <a:srgbClr val="486171"/>
                </a:solidFill>
                <a:latin typeface="Nimbus Sans"/>
                <a:ea typeface="Nimbus Sans"/>
                <a:cs typeface="Nimbus Sans"/>
              </a:defRPr>
            </a:lvl6pPr>
            <a:lvl7pPr>
              <a:defRPr sz="1125" b="0">
                <a:solidFill>
                  <a:srgbClr val="486171"/>
                </a:solidFill>
                <a:latin typeface="Nimbus Sans"/>
                <a:ea typeface="Nimbus Sans"/>
                <a:cs typeface="Nimbus Sans"/>
              </a:defRPr>
            </a:lvl7pPr>
            <a:lvl8pPr>
              <a:defRPr sz="1125" b="0">
                <a:solidFill>
                  <a:srgbClr val="486171"/>
                </a:solidFill>
                <a:latin typeface="Nimbus Sans"/>
                <a:ea typeface="Nimbus Sans"/>
                <a:cs typeface="Nimbus Sans"/>
              </a:defRPr>
            </a:lvl8pPr>
            <a:lvl9pPr>
              <a:defRPr sz="1125" b="0">
                <a:solidFill>
                  <a:srgbClr val="486171"/>
                </a:solidFill>
                <a:latin typeface="Nimbus Sans"/>
                <a:ea typeface="Nimbus Sans"/>
                <a:cs typeface="Nimbus Sans"/>
              </a:defRPr>
            </a:lvl9pPr>
          </a:lstStyle>
          <a:p xmlns:a="http://schemas.openxmlformats.org/drawingml/2006/main">
            <a:pPr>
              <a:defRPr sz="1125" b="0">
                <a:solidFill>
                  <a:srgbClr val="486171"/>
                </a:solidFill>
                <a:latin typeface="Nimbus Sans"/>
                <a:ea typeface="Nimbus Sans"/>
                <a:cs typeface="Nimbus Sans"/>
              </a:defRPr>
            </a:pPr>
            <a:r>
              <a:rPr sz="1125" b="0">
                <a:solidFill>
                  <a:srgbClr val="486171"/>
                </a:solidFill>
                <a:latin typeface="Nimbus Sans"/>
                <a:ea typeface="Nimbus Sans"/>
                <a:cs typeface="Nimbus Sans"/>
              </a:rPr>
              <a:t>7</a:t>
            </a:r>
          </a:p>
        </p:txBody>
      </p:sp>
      <p:sp>
        <p:nvSpPr>
          <p:cNvPr id="5" name="budget0">
            <a:extLst xmlns:a="http://schemas.openxmlformats.org/drawingml/2006/main">
              <a:ext uri="{FF2B5EF4-FFF2-40B4-BE49-F238E27FC236}">
                <a16:creationId xmlns:a16="http://schemas.microsoft.com/office/drawing/2014/main" id="{981AEFFF-B6CD-4D33-8749-2C7A751EB2C8}"/>
              </a:ext>
            </a:extLst>
          </p:cNvPr>
          <p:cNvSpPr>
            <a:spLocks xmlns:a="http://schemas.openxmlformats.org/drawingml/2006/main" noGrp="1"/>
          </p:cNvSpPr>
          <p:nvPr/>
        </p:nvSpPr>
        <p:spPr>
          <a:xfrm xmlns:a="http://schemas.openxmlformats.org/drawingml/2006/main">
            <a:off x="609600" y="1647825"/>
            <a:ext cx="5953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112C40"/>
                </a:solidFill>
                <a:latin typeface="Nimbus Sans"/>
                <a:ea typeface="Nimbus Sans"/>
                <a:cs typeface="Nimbus Sans"/>
              </a:defRPr>
            </a:defPPr>
            <a:lvl1pPr>
              <a:defRPr sz="1875" b="0">
                <a:solidFill>
                  <a:srgbClr val="112C40"/>
                </a:solidFill>
                <a:latin typeface="Nimbus Sans"/>
                <a:ea typeface="Nimbus Sans"/>
                <a:cs typeface="Nimbus Sans"/>
              </a:defRPr>
            </a:lvl1pPr>
            <a:lvl2pPr>
              <a:defRPr sz="1875" b="0">
                <a:solidFill>
                  <a:srgbClr val="112C40"/>
                </a:solidFill>
                <a:latin typeface="Nimbus Sans"/>
                <a:ea typeface="Nimbus Sans"/>
                <a:cs typeface="Nimbus Sans"/>
              </a:defRPr>
            </a:lvl2pPr>
            <a:lvl3pPr>
              <a:defRPr sz="1875" b="0">
                <a:solidFill>
                  <a:srgbClr val="112C40"/>
                </a:solidFill>
                <a:latin typeface="Nimbus Sans"/>
                <a:ea typeface="Nimbus Sans"/>
                <a:cs typeface="Nimbus Sans"/>
              </a:defRPr>
            </a:lvl3pPr>
            <a:lvl4pPr>
              <a:defRPr sz="1875" b="0">
                <a:solidFill>
                  <a:srgbClr val="112C40"/>
                </a:solidFill>
                <a:latin typeface="Nimbus Sans"/>
                <a:ea typeface="Nimbus Sans"/>
                <a:cs typeface="Nimbus Sans"/>
              </a:defRPr>
            </a:lvl4pPr>
            <a:lvl5pPr>
              <a:defRPr sz="1875" b="0">
                <a:solidFill>
                  <a:srgbClr val="112C40"/>
                </a:solidFill>
                <a:latin typeface="Nimbus Sans"/>
                <a:ea typeface="Nimbus Sans"/>
                <a:cs typeface="Nimbus Sans"/>
              </a:defRPr>
            </a:lvl5pPr>
            <a:lvl6pPr>
              <a:defRPr sz="1875" b="0">
                <a:solidFill>
                  <a:srgbClr val="112C40"/>
                </a:solidFill>
                <a:latin typeface="Nimbus Sans"/>
                <a:ea typeface="Nimbus Sans"/>
                <a:cs typeface="Nimbus Sans"/>
              </a:defRPr>
            </a:lvl6pPr>
            <a:lvl7pPr>
              <a:defRPr sz="1875" b="0">
                <a:solidFill>
                  <a:srgbClr val="112C40"/>
                </a:solidFill>
                <a:latin typeface="Nimbus Sans"/>
                <a:ea typeface="Nimbus Sans"/>
                <a:cs typeface="Nimbus Sans"/>
              </a:defRPr>
            </a:lvl7pPr>
            <a:lvl8pPr>
              <a:defRPr sz="1875" b="0">
                <a:solidFill>
                  <a:srgbClr val="112C40"/>
                </a:solidFill>
                <a:latin typeface="Nimbus Sans"/>
                <a:ea typeface="Nimbus Sans"/>
                <a:cs typeface="Nimbus Sans"/>
              </a:defRPr>
            </a:lvl8pPr>
            <a:lvl9pPr>
              <a:defRPr sz="1875" b="0">
                <a:solidFill>
                  <a:srgbClr val="112C40"/>
                </a:solidFill>
                <a:latin typeface="Nimbus Sans"/>
                <a:ea typeface="Nimbus Sans"/>
                <a:cs typeface="Nimbus Sans"/>
              </a:defRPr>
            </a:lvl9pPr>
          </a:lstStyle>
          <a:p xmlns:a="http://schemas.openxmlformats.org/drawingml/2006/main">
            <a:pPr>
              <a:defRPr sz="1875" b="0">
                <a:solidFill>
                  <a:srgbClr val="112C40"/>
                </a:solidFill>
                <a:latin typeface="Nimbus Sans"/>
                <a:ea typeface="Nimbus Sans"/>
                <a:cs typeface="Nimbus Sans"/>
              </a:defRPr>
            </a:pPr>
            <a:r>
              <a:rPr sz="1875" b="0">
                <a:solidFill>
                  <a:srgbClr val="112C40"/>
                </a:solidFill>
                <a:latin typeface="Nimbus Sans"/>
                <a:ea typeface="Nimbus Sans"/>
                <a:cs typeface="Nimbus Sans"/>
              </a:rPr>
              <a:t>Personnel and scientific leadership</a:t>
            </a:r>
          </a:p>
        </p:txBody>
      </p:sp>
      <p:sp>
        <p:nvSpPr>
          <p:cNvPr id="6" name="bar0">
            <a:extLst xmlns:a="http://schemas.openxmlformats.org/drawingml/2006/main">
              <a:ext uri="{FF2B5EF4-FFF2-40B4-BE49-F238E27FC236}">
                <a16:creationId xmlns:a16="http://schemas.microsoft.com/office/drawing/2014/main" id="{7650C135-8FD5-43C8-9DB4-35DB5AF1ED54}"/>
              </a:ext>
            </a:extLst>
          </p:cNvPr>
          <p:cNvSpPr>
            <a:spLocks xmlns:a="http://schemas.openxmlformats.org/drawingml/2006/main" noGrp="1"/>
          </p:cNvSpPr>
          <p:nvPr/>
        </p:nvSpPr>
        <p:spPr>
          <a:xfrm xmlns:a="http://schemas.openxmlformats.org/drawingml/2006/main">
            <a:off x="6858000" y="1714500"/>
            <a:ext cx="3429000" cy="247650"/>
          </a:xfrm>
          <a:prstGeom xmlns:a="http://schemas.openxmlformats.org/drawingml/2006/main" prst="rect">
            <a:avLst/>
          </a:prstGeom>
          <a:solidFill xmlns:a="http://schemas.openxmlformats.org/drawingml/2006/main">
            <a:srgbClr val="087E8B"/>
          </a:solidFill>
          <a:ln xmlns:a="http://schemas.openxmlformats.org/drawingml/2006/main" w="0">
            <a:noFill/>
            <a:prstDash val="solid"/>
          </a:ln>
        </p:spPr>
      </p:sp>
      <p:sp>
        <p:nvSpPr>
          <p:cNvPr id="7" name="v0">
            <a:extLst xmlns:a="http://schemas.openxmlformats.org/drawingml/2006/main">
              <a:ext uri="{FF2B5EF4-FFF2-40B4-BE49-F238E27FC236}">
                <a16:creationId xmlns:a16="http://schemas.microsoft.com/office/drawing/2014/main" id="{01DA7E77-67EF-4018-85E4-F0974500E461}"/>
              </a:ext>
            </a:extLst>
          </p:cNvPr>
          <p:cNvSpPr>
            <a:spLocks xmlns:a="http://schemas.openxmlformats.org/drawingml/2006/main" noGrp="1"/>
          </p:cNvSpPr>
          <p:nvPr/>
        </p:nvSpPr>
        <p:spPr>
          <a:xfrm xmlns:a="http://schemas.openxmlformats.org/drawingml/2006/main">
            <a:off x="10582275" y="1647825"/>
            <a:ext cx="95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a:solidFill>
                  <a:srgbClr val="112C40"/>
                </a:solidFill>
                <a:latin typeface="Nimbus Sans"/>
                <a:ea typeface="Nimbus Sans"/>
                <a:cs typeface="Nimbus Sans"/>
              </a:defRPr>
            </a:defPPr>
            <a:lvl1pPr>
              <a:defRPr sz="1950" b="1">
                <a:solidFill>
                  <a:srgbClr val="112C40"/>
                </a:solidFill>
                <a:latin typeface="Nimbus Sans"/>
                <a:ea typeface="Nimbus Sans"/>
                <a:cs typeface="Nimbus Sans"/>
              </a:defRPr>
            </a:lvl1pPr>
            <a:lvl2pPr>
              <a:defRPr sz="1950" b="1">
                <a:solidFill>
                  <a:srgbClr val="112C40"/>
                </a:solidFill>
                <a:latin typeface="Nimbus Sans"/>
                <a:ea typeface="Nimbus Sans"/>
                <a:cs typeface="Nimbus Sans"/>
              </a:defRPr>
            </a:lvl2pPr>
            <a:lvl3pPr>
              <a:defRPr sz="1950" b="1">
                <a:solidFill>
                  <a:srgbClr val="112C40"/>
                </a:solidFill>
                <a:latin typeface="Nimbus Sans"/>
                <a:ea typeface="Nimbus Sans"/>
                <a:cs typeface="Nimbus Sans"/>
              </a:defRPr>
            </a:lvl3pPr>
            <a:lvl4pPr>
              <a:defRPr sz="1950" b="1">
                <a:solidFill>
                  <a:srgbClr val="112C40"/>
                </a:solidFill>
                <a:latin typeface="Nimbus Sans"/>
                <a:ea typeface="Nimbus Sans"/>
                <a:cs typeface="Nimbus Sans"/>
              </a:defRPr>
            </a:lvl4pPr>
            <a:lvl5pPr>
              <a:defRPr sz="1950" b="1">
                <a:solidFill>
                  <a:srgbClr val="112C40"/>
                </a:solidFill>
                <a:latin typeface="Nimbus Sans"/>
                <a:ea typeface="Nimbus Sans"/>
                <a:cs typeface="Nimbus Sans"/>
              </a:defRPr>
            </a:lvl5pPr>
            <a:lvl6pPr>
              <a:defRPr sz="1950" b="1">
                <a:solidFill>
                  <a:srgbClr val="112C40"/>
                </a:solidFill>
                <a:latin typeface="Nimbus Sans"/>
                <a:ea typeface="Nimbus Sans"/>
                <a:cs typeface="Nimbus Sans"/>
              </a:defRPr>
            </a:lvl6pPr>
            <a:lvl7pPr>
              <a:defRPr sz="1950" b="1">
                <a:solidFill>
                  <a:srgbClr val="112C40"/>
                </a:solidFill>
                <a:latin typeface="Nimbus Sans"/>
                <a:ea typeface="Nimbus Sans"/>
                <a:cs typeface="Nimbus Sans"/>
              </a:defRPr>
            </a:lvl7pPr>
            <a:lvl8pPr>
              <a:defRPr sz="1950" b="1">
                <a:solidFill>
                  <a:srgbClr val="112C40"/>
                </a:solidFill>
                <a:latin typeface="Nimbus Sans"/>
                <a:ea typeface="Nimbus Sans"/>
                <a:cs typeface="Nimbus Sans"/>
              </a:defRPr>
            </a:lvl8pPr>
            <a:lvl9pPr>
              <a:defRPr sz="1950" b="1">
                <a:solidFill>
                  <a:srgbClr val="112C40"/>
                </a:solidFill>
                <a:latin typeface="Nimbus Sans"/>
                <a:ea typeface="Nimbus Sans"/>
                <a:cs typeface="Nimbus Sans"/>
              </a:defRPr>
            </a:lvl9pPr>
          </a:lstStyle>
          <a:p xmlns:a="http://schemas.openxmlformats.org/drawingml/2006/main">
            <a:pPr>
              <a:defRPr sz="1950" b="1">
                <a:solidFill>
                  <a:srgbClr val="112C40"/>
                </a:solidFill>
                <a:latin typeface="Nimbus Sans"/>
                <a:ea typeface="Nimbus Sans"/>
                <a:cs typeface="Nimbus Sans"/>
              </a:defRPr>
            </a:pPr>
            <a:r>
              <a:rPr sz="1950" b="1">
                <a:solidFill>
                  <a:srgbClr val="112C40"/>
                </a:solidFill>
                <a:latin typeface="Nimbus Sans"/>
                <a:ea typeface="Nimbus Sans"/>
                <a:cs typeface="Nimbus Sans"/>
              </a:rPr>
              <a:t>3.20</a:t>
            </a:r>
          </a:p>
        </p:txBody>
      </p:sp>
      <p:sp>
        <p:nvSpPr>
          <p:cNvPr id="8" name="budget1">
            <a:extLst xmlns:a="http://schemas.openxmlformats.org/drawingml/2006/main">
              <a:ext uri="{FF2B5EF4-FFF2-40B4-BE49-F238E27FC236}">
                <a16:creationId xmlns:a16="http://schemas.microsoft.com/office/drawing/2014/main" id="{D3B3C876-8065-454D-B162-0586C7DF4582}"/>
              </a:ext>
            </a:extLst>
          </p:cNvPr>
          <p:cNvSpPr>
            <a:spLocks xmlns:a="http://schemas.openxmlformats.org/drawingml/2006/main" noGrp="1"/>
          </p:cNvSpPr>
          <p:nvPr/>
        </p:nvSpPr>
        <p:spPr>
          <a:xfrm xmlns:a="http://schemas.openxmlformats.org/drawingml/2006/main">
            <a:off x="609600" y="2190750"/>
            <a:ext cx="5953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112C40"/>
                </a:solidFill>
                <a:latin typeface="Nimbus Sans"/>
                <a:ea typeface="Nimbus Sans"/>
                <a:cs typeface="Nimbus Sans"/>
              </a:defRPr>
            </a:defPPr>
            <a:lvl1pPr>
              <a:defRPr sz="1875" b="0">
                <a:solidFill>
                  <a:srgbClr val="112C40"/>
                </a:solidFill>
                <a:latin typeface="Nimbus Sans"/>
                <a:ea typeface="Nimbus Sans"/>
                <a:cs typeface="Nimbus Sans"/>
              </a:defRPr>
            </a:lvl1pPr>
            <a:lvl2pPr>
              <a:defRPr sz="1875" b="0">
                <a:solidFill>
                  <a:srgbClr val="112C40"/>
                </a:solidFill>
                <a:latin typeface="Nimbus Sans"/>
                <a:ea typeface="Nimbus Sans"/>
                <a:cs typeface="Nimbus Sans"/>
              </a:defRPr>
            </a:lvl2pPr>
            <a:lvl3pPr>
              <a:defRPr sz="1875" b="0">
                <a:solidFill>
                  <a:srgbClr val="112C40"/>
                </a:solidFill>
                <a:latin typeface="Nimbus Sans"/>
                <a:ea typeface="Nimbus Sans"/>
                <a:cs typeface="Nimbus Sans"/>
              </a:defRPr>
            </a:lvl3pPr>
            <a:lvl4pPr>
              <a:defRPr sz="1875" b="0">
                <a:solidFill>
                  <a:srgbClr val="112C40"/>
                </a:solidFill>
                <a:latin typeface="Nimbus Sans"/>
                <a:ea typeface="Nimbus Sans"/>
                <a:cs typeface="Nimbus Sans"/>
              </a:defRPr>
            </a:lvl4pPr>
            <a:lvl5pPr>
              <a:defRPr sz="1875" b="0">
                <a:solidFill>
                  <a:srgbClr val="112C40"/>
                </a:solidFill>
                <a:latin typeface="Nimbus Sans"/>
                <a:ea typeface="Nimbus Sans"/>
                <a:cs typeface="Nimbus Sans"/>
              </a:defRPr>
            </a:lvl5pPr>
            <a:lvl6pPr>
              <a:defRPr sz="1875" b="0">
                <a:solidFill>
                  <a:srgbClr val="112C40"/>
                </a:solidFill>
                <a:latin typeface="Nimbus Sans"/>
                <a:ea typeface="Nimbus Sans"/>
                <a:cs typeface="Nimbus Sans"/>
              </a:defRPr>
            </a:lvl6pPr>
            <a:lvl7pPr>
              <a:defRPr sz="1875" b="0">
                <a:solidFill>
                  <a:srgbClr val="112C40"/>
                </a:solidFill>
                <a:latin typeface="Nimbus Sans"/>
                <a:ea typeface="Nimbus Sans"/>
                <a:cs typeface="Nimbus Sans"/>
              </a:defRPr>
            </a:lvl7pPr>
            <a:lvl8pPr>
              <a:defRPr sz="1875" b="0">
                <a:solidFill>
                  <a:srgbClr val="112C40"/>
                </a:solidFill>
                <a:latin typeface="Nimbus Sans"/>
                <a:ea typeface="Nimbus Sans"/>
                <a:cs typeface="Nimbus Sans"/>
              </a:defRPr>
            </a:lvl8pPr>
            <a:lvl9pPr>
              <a:defRPr sz="1875" b="0">
                <a:solidFill>
                  <a:srgbClr val="112C40"/>
                </a:solidFill>
                <a:latin typeface="Nimbus Sans"/>
                <a:ea typeface="Nimbus Sans"/>
                <a:cs typeface="Nimbus Sans"/>
              </a:defRPr>
            </a:lvl9pPr>
          </a:lstStyle>
          <a:p xmlns:a="http://schemas.openxmlformats.org/drawingml/2006/main">
            <a:pPr>
              <a:defRPr sz="1875" b="0">
                <a:solidFill>
                  <a:srgbClr val="112C40"/>
                </a:solidFill>
                <a:latin typeface="Nimbus Sans"/>
                <a:ea typeface="Nimbus Sans"/>
                <a:cs typeface="Nimbus Sans"/>
              </a:defRPr>
            </a:pPr>
            <a:r>
              <a:rPr sz="1875" b="0">
                <a:solidFill>
                  <a:srgbClr val="112C40"/>
                </a:solidFill>
                <a:latin typeface="Nimbus Sans"/>
                <a:ea typeface="Nimbus Sans"/>
                <a:cs typeface="Nimbus Sans"/>
              </a:rPr>
              <a:t>Laboratory materials and assay operations</a:t>
            </a:r>
          </a:p>
        </p:txBody>
      </p:sp>
      <p:sp>
        <p:nvSpPr>
          <p:cNvPr id="9" name="bar1">
            <a:extLst xmlns:a="http://schemas.openxmlformats.org/drawingml/2006/main">
              <a:ext uri="{FF2B5EF4-FFF2-40B4-BE49-F238E27FC236}">
                <a16:creationId xmlns:a16="http://schemas.microsoft.com/office/drawing/2014/main" id="{FD4A7B79-7EFF-431D-9F70-06A0C422893E}"/>
              </a:ext>
            </a:extLst>
          </p:cNvPr>
          <p:cNvSpPr>
            <a:spLocks xmlns:a="http://schemas.openxmlformats.org/drawingml/2006/main" noGrp="1"/>
          </p:cNvSpPr>
          <p:nvPr/>
        </p:nvSpPr>
        <p:spPr>
          <a:xfrm xmlns:a="http://schemas.openxmlformats.org/drawingml/2006/main">
            <a:off x="6858000" y="2257425"/>
            <a:ext cx="2250281" cy="247650"/>
          </a:xfrm>
          <a:prstGeom xmlns:a="http://schemas.openxmlformats.org/drawingml/2006/main" prst="rect">
            <a:avLst/>
          </a:prstGeom>
          <a:solidFill xmlns:a="http://schemas.openxmlformats.org/drawingml/2006/main">
            <a:srgbClr val="087E8B"/>
          </a:solidFill>
          <a:ln xmlns:a="http://schemas.openxmlformats.org/drawingml/2006/main" w="0">
            <a:noFill/>
            <a:prstDash val="solid"/>
          </a:ln>
        </p:spPr>
      </p:sp>
      <p:sp>
        <p:nvSpPr>
          <p:cNvPr id="10" name="v1">
            <a:extLst xmlns:a="http://schemas.openxmlformats.org/drawingml/2006/main">
              <a:ext uri="{FF2B5EF4-FFF2-40B4-BE49-F238E27FC236}">
                <a16:creationId xmlns:a16="http://schemas.microsoft.com/office/drawing/2014/main" id="{5C9BA3DB-D9D3-4A90-BF0F-347A6DFA4D68}"/>
              </a:ext>
            </a:extLst>
          </p:cNvPr>
          <p:cNvSpPr>
            <a:spLocks xmlns:a="http://schemas.openxmlformats.org/drawingml/2006/main" noGrp="1"/>
          </p:cNvSpPr>
          <p:nvPr/>
        </p:nvSpPr>
        <p:spPr>
          <a:xfrm xmlns:a="http://schemas.openxmlformats.org/drawingml/2006/main">
            <a:off x="10582275" y="2190750"/>
            <a:ext cx="95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a:solidFill>
                  <a:srgbClr val="112C40"/>
                </a:solidFill>
                <a:latin typeface="Nimbus Sans"/>
                <a:ea typeface="Nimbus Sans"/>
                <a:cs typeface="Nimbus Sans"/>
              </a:defRPr>
            </a:defPPr>
            <a:lvl1pPr>
              <a:defRPr sz="1950" b="1">
                <a:solidFill>
                  <a:srgbClr val="112C40"/>
                </a:solidFill>
                <a:latin typeface="Nimbus Sans"/>
                <a:ea typeface="Nimbus Sans"/>
                <a:cs typeface="Nimbus Sans"/>
              </a:defRPr>
            </a:lvl1pPr>
            <a:lvl2pPr>
              <a:defRPr sz="1950" b="1">
                <a:solidFill>
                  <a:srgbClr val="112C40"/>
                </a:solidFill>
                <a:latin typeface="Nimbus Sans"/>
                <a:ea typeface="Nimbus Sans"/>
                <a:cs typeface="Nimbus Sans"/>
              </a:defRPr>
            </a:lvl2pPr>
            <a:lvl3pPr>
              <a:defRPr sz="1950" b="1">
                <a:solidFill>
                  <a:srgbClr val="112C40"/>
                </a:solidFill>
                <a:latin typeface="Nimbus Sans"/>
                <a:ea typeface="Nimbus Sans"/>
                <a:cs typeface="Nimbus Sans"/>
              </a:defRPr>
            </a:lvl3pPr>
            <a:lvl4pPr>
              <a:defRPr sz="1950" b="1">
                <a:solidFill>
                  <a:srgbClr val="112C40"/>
                </a:solidFill>
                <a:latin typeface="Nimbus Sans"/>
                <a:ea typeface="Nimbus Sans"/>
                <a:cs typeface="Nimbus Sans"/>
              </a:defRPr>
            </a:lvl4pPr>
            <a:lvl5pPr>
              <a:defRPr sz="1950" b="1">
                <a:solidFill>
                  <a:srgbClr val="112C40"/>
                </a:solidFill>
                <a:latin typeface="Nimbus Sans"/>
                <a:ea typeface="Nimbus Sans"/>
                <a:cs typeface="Nimbus Sans"/>
              </a:defRPr>
            </a:lvl5pPr>
            <a:lvl6pPr>
              <a:defRPr sz="1950" b="1">
                <a:solidFill>
                  <a:srgbClr val="112C40"/>
                </a:solidFill>
                <a:latin typeface="Nimbus Sans"/>
                <a:ea typeface="Nimbus Sans"/>
                <a:cs typeface="Nimbus Sans"/>
              </a:defRPr>
            </a:lvl6pPr>
            <a:lvl7pPr>
              <a:defRPr sz="1950" b="1">
                <a:solidFill>
                  <a:srgbClr val="112C40"/>
                </a:solidFill>
                <a:latin typeface="Nimbus Sans"/>
                <a:ea typeface="Nimbus Sans"/>
                <a:cs typeface="Nimbus Sans"/>
              </a:defRPr>
            </a:lvl7pPr>
            <a:lvl8pPr>
              <a:defRPr sz="1950" b="1">
                <a:solidFill>
                  <a:srgbClr val="112C40"/>
                </a:solidFill>
                <a:latin typeface="Nimbus Sans"/>
                <a:ea typeface="Nimbus Sans"/>
                <a:cs typeface="Nimbus Sans"/>
              </a:defRPr>
            </a:lvl8pPr>
            <a:lvl9pPr>
              <a:defRPr sz="1950" b="1">
                <a:solidFill>
                  <a:srgbClr val="112C40"/>
                </a:solidFill>
                <a:latin typeface="Nimbus Sans"/>
                <a:ea typeface="Nimbus Sans"/>
                <a:cs typeface="Nimbus Sans"/>
              </a:defRPr>
            </a:lvl9pPr>
          </a:lstStyle>
          <a:p xmlns:a="http://schemas.openxmlformats.org/drawingml/2006/main">
            <a:pPr>
              <a:defRPr sz="1950" b="1">
                <a:solidFill>
                  <a:srgbClr val="112C40"/>
                </a:solidFill>
                <a:latin typeface="Nimbus Sans"/>
                <a:ea typeface="Nimbus Sans"/>
                <a:cs typeface="Nimbus Sans"/>
              </a:defRPr>
            </a:pPr>
            <a:r>
              <a:rPr sz="1950" b="1">
                <a:solidFill>
                  <a:srgbClr val="112C40"/>
                </a:solidFill>
                <a:latin typeface="Nimbus Sans"/>
                <a:ea typeface="Nimbus Sans"/>
                <a:cs typeface="Nimbus Sans"/>
              </a:rPr>
              <a:t>2.10</a:t>
            </a:r>
          </a:p>
        </p:txBody>
      </p:sp>
      <p:sp>
        <p:nvSpPr>
          <p:cNvPr id="11" name="budget2">
            <a:extLst xmlns:a="http://schemas.openxmlformats.org/drawingml/2006/main">
              <a:ext uri="{FF2B5EF4-FFF2-40B4-BE49-F238E27FC236}">
                <a16:creationId xmlns:a16="http://schemas.microsoft.com/office/drawing/2014/main" id="{DBB78991-224A-4E02-A35D-DDAA9DB49C8F}"/>
              </a:ext>
            </a:extLst>
          </p:cNvPr>
          <p:cNvSpPr>
            <a:spLocks xmlns:a="http://schemas.openxmlformats.org/drawingml/2006/main" noGrp="1"/>
          </p:cNvSpPr>
          <p:nvPr/>
        </p:nvSpPr>
        <p:spPr>
          <a:xfrm xmlns:a="http://schemas.openxmlformats.org/drawingml/2006/main">
            <a:off x="609600" y="2733675"/>
            <a:ext cx="5953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112C40"/>
                </a:solidFill>
                <a:latin typeface="Nimbus Sans"/>
                <a:ea typeface="Nimbus Sans"/>
                <a:cs typeface="Nimbus Sans"/>
              </a:defRPr>
            </a:defPPr>
            <a:lvl1pPr>
              <a:defRPr sz="1875" b="0">
                <a:solidFill>
                  <a:srgbClr val="112C40"/>
                </a:solidFill>
                <a:latin typeface="Nimbus Sans"/>
                <a:ea typeface="Nimbus Sans"/>
                <a:cs typeface="Nimbus Sans"/>
              </a:defRPr>
            </a:lvl1pPr>
            <a:lvl2pPr>
              <a:defRPr sz="1875" b="0">
                <a:solidFill>
                  <a:srgbClr val="112C40"/>
                </a:solidFill>
                <a:latin typeface="Nimbus Sans"/>
                <a:ea typeface="Nimbus Sans"/>
                <a:cs typeface="Nimbus Sans"/>
              </a:defRPr>
            </a:lvl2pPr>
            <a:lvl3pPr>
              <a:defRPr sz="1875" b="0">
                <a:solidFill>
                  <a:srgbClr val="112C40"/>
                </a:solidFill>
                <a:latin typeface="Nimbus Sans"/>
                <a:ea typeface="Nimbus Sans"/>
                <a:cs typeface="Nimbus Sans"/>
              </a:defRPr>
            </a:lvl3pPr>
            <a:lvl4pPr>
              <a:defRPr sz="1875" b="0">
                <a:solidFill>
                  <a:srgbClr val="112C40"/>
                </a:solidFill>
                <a:latin typeface="Nimbus Sans"/>
                <a:ea typeface="Nimbus Sans"/>
                <a:cs typeface="Nimbus Sans"/>
              </a:defRPr>
            </a:lvl4pPr>
            <a:lvl5pPr>
              <a:defRPr sz="1875" b="0">
                <a:solidFill>
                  <a:srgbClr val="112C40"/>
                </a:solidFill>
                <a:latin typeface="Nimbus Sans"/>
                <a:ea typeface="Nimbus Sans"/>
                <a:cs typeface="Nimbus Sans"/>
              </a:defRPr>
            </a:lvl5pPr>
            <a:lvl6pPr>
              <a:defRPr sz="1875" b="0">
                <a:solidFill>
                  <a:srgbClr val="112C40"/>
                </a:solidFill>
                <a:latin typeface="Nimbus Sans"/>
                <a:ea typeface="Nimbus Sans"/>
                <a:cs typeface="Nimbus Sans"/>
              </a:defRPr>
            </a:lvl6pPr>
            <a:lvl7pPr>
              <a:defRPr sz="1875" b="0">
                <a:solidFill>
                  <a:srgbClr val="112C40"/>
                </a:solidFill>
                <a:latin typeface="Nimbus Sans"/>
                <a:ea typeface="Nimbus Sans"/>
                <a:cs typeface="Nimbus Sans"/>
              </a:defRPr>
            </a:lvl7pPr>
            <a:lvl8pPr>
              <a:defRPr sz="1875" b="0">
                <a:solidFill>
                  <a:srgbClr val="112C40"/>
                </a:solidFill>
                <a:latin typeface="Nimbus Sans"/>
                <a:ea typeface="Nimbus Sans"/>
                <a:cs typeface="Nimbus Sans"/>
              </a:defRPr>
            </a:lvl8pPr>
            <a:lvl9pPr>
              <a:defRPr sz="1875" b="0">
                <a:solidFill>
                  <a:srgbClr val="112C40"/>
                </a:solidFill>
                <a:latin typeface="Nimbus Sans"/>
                <a:ea typeface="Nimbus Sans"/>
                <a:cs typeface="Nimbus Sans"/>
              </a:defRPr>
            </a:lvl9pPr>
          </a:lstStyle>
          <a:p xmlns:a="http://schemas.openxmlformats.org/drawingml/2006/main">
            <a:pPr>
              <a:defRPr sz="1875" b="0">
                <a:solidFill>
                  <a:srgbClr val="112C40"/>
                </a:solidFill>
                <a:latin typeface="Nimbus Sans"/>
                <a:ea typeface="Nimbus Sans"/>
                <a:cs typeface="Nimbus Sans"/>
              </a:defRPr>
            </a:pPr>
            <a:r>
              <a:rPr sz="1875" b="0">
                <a:solidFill>
                  <a:srgbClr val="112C40"/>
                </a:solidFill>
                <a:latin typeface="Nimbus Sans"/>
                <a:ea typeface="Nimbus Sans"/>
                <a:cs typeface="Nimbus Sans"/>
              </a:rPr>
              <a:t>External replication and specialist studies</a:t>
            </a:r>
          </a:p>
        </p:txBody>
      </p:sp>
      <p:sp>
        <p:nvSpPr>
          <p:cNvPr id="12" name="bar2">
            <a:extLst xmlns:a="http://schemas.openxmlformats.org/drawingml/2006/main">
              <a:ext uri="{FF2B5EF4-FFF2-40B4-BE49-F238E27FC236}">
                <a16:creationId xmlns:a16="http://schemas.microsoft.com/office/drawing/2014/main" id="{B98B2DEE-8FAD-42F7-8B44-4F86D1588378}"/>
              </a:ext>
            </a:extLst>
          </p:cNvPr>
          <p:cNvSpPr>
            <a:spLocks xmlns:a="http://schemas.openxmlformats.org/drawingml/2006/main" noGrp="1"/>
          </p:cNvSpPr>
          <p:nvPr/>
        </p:nvSpPr>
        <p:spPr>
          <a:xfrm xmlns:a="http://schemas.openxmlformats.org/drawingml/2006/main">
            <a:off x="6858000" y="2800350"/>
            <a:ext cx="857250" cy="247650"/>
          </a:xfrm>
          <a:prstGeom xmlns:a="http://schemas.openxmlformats.org/drawingml/2006/main" prst="rect">
            <a:avLst/>
          </a:prstGeom>
          <a:solidFill xmlns:a="http://schemas.openxmlformats.org/drawingml/2006/main">
            <a:srgbClr val="087E8B"/>
          </a:solidFill>
          <a:ln xmlns:a="http://schemas.openxmlformats.org/drawingml/2006/main" w="0">
            <a:noFill/>
            <a:prstDash val="solid"/>
          </a:ln>
        </p:spPr>
      </p:sp>
      <p:sp>
        <p:nvSpPr>
          <p:cNvPr id="13" name="v2">
            <a:extLst xmlns:a="http://schemas.openxmlformats.org/drawingml/2006/main">
              <a:ext uri="{FF2B5EF4-FFF2-40B4-BE49-F238E27FC236}">
                <a16:creationId xmlns:a16="http://schemas.microsoft.com/office/drawing/2014/main" id="{C4D942B4-9340-48D4-B725-8B6558C7FBAC}"/>
              </a:ext>
            </a:extLst>
          </p:cNvPr>
          <p:cNvSpPr>
            <a:spLocks xmlns:a="http://schemas.openxmlformats.org/drawingml/2006/main" noGrp="1"/>
          </p:cNvSpPr>
          <p:nvPr/>
        </p:nvSpPr>
        <p:spPr>
          <a:xfrm xmlns:a="http://schemas.openxmlformats.org/drawingml/2006/main">
            <a:off x="10582275" y="2733675"/>
            <a:ext cx="95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a:solidFill>
                  <a:srgbClr val="112C40"/>
                </a:solidFill>
                <a:latin typeface="Nimbus Sans"/>
                <a:ea typeface="Nimbus Sans"/>
                <a:cs typeface="Nimbus Sans"/>
              </a:defRPr>
            </a:defPPr>
            <a:lvl1pPr>
              <a:defRPr sz="1950" b="1">
                <a:solidFill>
                  <a:srgbClr val="112C40"/>
                </a:solidFill>
                <a:latin typeface="Nimbus Sans"/>
                <a:ea typeface="Nimbus Sans"/>
                <a:cs typeface="Nimbus Sans"/>
              </a:defRPr>
            </a:lvl1pPr>
            <a:lvl2pPr>
              <a:defRPr sz="1950" b="1">
                <a:solidFill>
                  <a:srgbClr val="112C40"/>
                </a:solidFill>
                <a:latin typeface="Nimbus Sans"/>
                <a:ea typeface="Nimbus Sans"/>
                <a:cs typeface="Nimbus Sans"/>
              </a:defRPr>
            </a:lvl2pPr>
            <a:lvl3pPr>
              <a:defRPr sz="1950" b="1">
                <a:solidFill>
                  <a:srgbClr val="112C40"/>
                </a:solidFill>
                <a:latin typeface="Nimbus Sans"/>
                <a:ea typeface="Nimbus Sans"/>
                <a:cs typeface="Nimbus Sans"/>
              </a:defRPr>
            </a:lvl3pPr>
            <a:lvl4pPr>
              <a:defRPr sz="1950" b="1">
                <a:solidFill>
                  <a:srgbClr val="112C40"/>
                </a:solidFill>
                <a:latin typeface="Nimbus Sans"/>
                <a:ea typeface="Nimbus Sans"/>
                <a:cs typeface="Nimbus Sans"/>
              </a:defRPr>
            </a:lvl4pPr>
            <a:lvl5pPr>
              <a:defRPr sz="1950" b="1">
                <a:solidFill>
                  <a:srgbClr val="112C40"/>
                </a:solidFill>
                <a:latin typeface="Nimbus Sans"/>
                <a:ea typeface="Nimbus Sans"/>
                <a:cs typeface="Nimbus Sans"/>
              </a:defRPr>
            </a:lvl5pPr>
            <a:lvl6pPr>
              <a:defRPr sz="1950" b="1">
                <a:solidFill>
                  <a:srgbClr val="112C40"/>
                </a:solidFill>
                <a:latin typeface="Nimbus Sans"/>
                <a:ea typeface="Nimbus Sans"/>
                <a:cs typeface="Nimbus Sans"/>
              </a:defRPr>
            </a:lvl6pPr>
            <a:lvl7pPr>
              <a:defRPr sz="1950" b="1">
                <a:solidFill>
                  <a:srgbClr val="112C40"/>
                </a:solidFill>
                <a:latin typeface="Nimbus Sans"/>
                <a:ea typeface="Nimbus Sans"/>
                <a:cs typeface="Nimbus Sans"/>
              </a:defRPr>
            </a:lvl7pPr>
            <a:lvl8pPr>
              <a:defRPr sz="1950" b="1">
                <a:solidFill>
                  <a:srgbClr val="112C40"/>
                </a:solidFill>
                <a:latin typeface="Nimbus Sans"/>
                <a:ea typeface="Nimbus Sans"/>
                <a:cs typeface="Nimbus Sans"/>
              </a:defRPr>
            </a:lvl8pPr>
            <a:lvl9pPr>
              <a:defRPr sz="1950" b="1">
                <a:solidFill>
                  <a:srgbClr val="112C40"/>
                </a:solidFill>
                <a:latin typeface="Nimbus Sans"/>
                <a:ea typeface="Nimbus Sans"/>
                <a:cs typeface="Nimbus Sans"/>
              </a:defRPr>
            </a:lvl9pPr>
          </a:lstStyle>
          <a:p xmlns:a="http://schemas.openxmlformats.org/drawingml/2006/main">
            <a:pPr>
              <a:defRPr sz="1950" b="1">
                <a:solidFill>
                  <a:srgbClr val="112C40"/>
                </a:solidFill>
                <a:latin typeface="Nimbus Sans"/>
                <a:ea typeface="Nimbus Sans"/>
                <a:cs typeface="Nimbus Sans"/>
              </a:defRPr>
            </a:pPr>
            <a:r>
              <a:rPr sz="1950" b="1">
                <a:solidFill>
                  <a:srgbClr val="112C40"/>
                </a:solidFill>
                <a:latin typeface="Nimbus Sans"/>
                <a:ea typeface="Nimbus Sans"/>
                <a:cs typeface="Nimbus Sans"/>
              </a:rPr>
              <a:t>0.80</a:t>
            </a:r>
          </a:p>
        </p:txBody>
      </p:sp>
      <p:sp>
        <p:nvSpPr>
          <p:cNvPr id="14" name="budget3">
            <a:extLst xmlns:a="http://schemas.openxmlformats.org/drawingml/2006/main">
              <a:ext uri="{FF2B5EF4-FFF2-40B4-BE49-F238E27FC236}">
                <a16:creationId xmlns:a16="http://schemas.microsoft.com/office/drawing/2014/main" id="{68A4F1DE-B9BA-4A60-8606-936CF5B711C5}"/>
              </a:ext>
            </a:extLst>
          </p:cNvPr>
          <p:cNvSpPr>
            <a:spLocks xmlns:a="http://schemas.openxmlformats.org/drawingml/2006/main" noGrp="1"/>
          </p:cNvSpPr>
          <p:nvPr/>
        </p:nvSpPr>
        <p:spPr>
          <a:xfrm xmlns:a="http://schemas.openxmlformats.org/drawingml/2006/main">
            <a:off x="609600" y="3276600"/>
            <a:ext cx="5953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112C40"/>
                </a:solidFill>
                <a:latin typeface="Nimbus Sans"/>
                <a:ea typeface="Nimbus Sans"/>
                <a:cs typeface="Nimbus Sans"/>
              </a:defRPr>
            </a:defPPr>
            <a:lvl1pPr>
              <a:defRPr sz="1875" b="0">
                <a:solidFill>
                  <a:srgbClr val="112C40"/>
                </a:solidFill>
                <a:latin typeface="Nimbus Sans"/>
                <a:ea typeface="Nimbus Sans"/>
                <a:cs typeface="Nimbus Sans"/>
              </a:defRPr>
            </a:lvl1pPr>
            <a:lvl2pPr>
              <a:defRPr sz="1875" b="0">
                <a:solidFill>
                  <a:srgbClr val="112C40"/>
                </a:solidFill>
                <a:latin typeface="Nimbus Sans"/>
                <a:ea typeface="Nimbus Sans"/>
                <a:cs typeface="Nimbus Sans"/>
              </a:defRPr>
            </a:lvl2pPr>
            <a:lvl3pPr>
              <a:defRPr sz="1875" b="0">
                <a:solidFill>
                  <a:srgbClr val="112C40"/>
                </a:solidFill>
                <a:latin typeface="Nimbus Sans"/>
                <a:ea typeface="Nimbus Sans"/>
                <a:cs typeface="Nimbus Sans"/>
              </a:defRPr>
            </a:lvl3pPr>
            <a:lvl4pPr>
              <a:defRPr sz="1875" b="0">
                <a:solidFill>
                  <a:srgbClr val="112C40"/>
                </a:solidFill>
                <a:latin typeface="Nimbus Sans"/>
                <a:ea typeface="Nimbus Sans"/>
                <a:cs typeface="Nimbus Sans"/>
              </a:defRPr>
            </a:lvl4pPr>
            <a:lvl5pPr>
              <a:defRPr sz="1875" b="0">
                <a:solidFill>
                  <a:srgbClr val="112C40"/>
                </a:solidFill>
                <a:latin typeface="Nimbus Sans"/>
                <a:ea typeface="Nimbus Sans"/>
                <a:cs typeface="Nimbus Sans"/>
              </a:defRPr>
            </a:lvl5pPr>
            <a:lvl6pPr>
              <a:defRPr sz="1875" b="0">
                <a:solidFill>
                  <a:srgbClr val="112C40"/>
                </a:solidFill>
                <a:latin typeface="Nimbus Sans"/>
                <a:ea typeface="Nimbus Sans"/>
                <a:cs typeface="Nimbus Sans"/>
              </a:defRPr>
            </a:lvl6pPr>
            <a:lvl7pPr>
              <a:defRPr sz="1875" b="0">
                <a:solidFill>
                  <a:srgbClr val="112C40"/>
                </a:solidFill>
                <a:latin typeface="Nimbus Sans"/>
                <a:ea typeface="Nimbus Sans"/>
                <a:cs typeface="Nimbus Sans"/>
              </a:defRPr>
            </a:lvl7pPr>
            <a:lvl8pPr>
              <a:defRPr sz="1875" b="0">
                <a:solidFill>
                  <a:srgbClr val="112C40"/>
                </a:solidFill>
                <a:latin typeface="Nimbus Sans"/>
                <a:ea typeface="Nimbus Sans"/>
                <a:cs typeface="Nimbus Sans"/>
              </a:defRPr>
            </a:lvl8pPr>
            <a:lvl9pPr>
              <a:defRPr sz="1875" b="0">
                <a:solidFill>
                  <a:srgbClr val="112C40"/>
                </a:solidFill>
                <a:latin typeface="Nimbus Sans"/>
                <a:ea typeface="Nimbus Sans"/>
                <a:cs typeface="Nimbus Sans"/>
              </a:defRPr>
            </a:lvl9pPr>
          </a:lstStyle>
          <a:p xmlns:a="http://schemas.openxmlformats.org/drawingml/2006/main">
            <a:pPr>
              <a:defRPr sz="1875" b="0">
                <a:solidFill>
                  <a:srgbClr val="112C40"/>
                </a:solidFill>
                <a:latin typeface="Nimbus Sans"/>
                <a:ea typeface="Nimbus Sans"/>
                <a:cs typeface="Nimbus Sans"/>
              </a:defRPr>
            </a:pPr>
            <a:r>
              <a:rPr sz="1875" b="0">
                <a:solidFill>
                  <a:srgbClr val="112C40"/>
                </a:solidFill>
                <a:latin typeface="Nimbus Sans"/>
                <a:ea typeface="Nimbus Sans"/>
                <a:cs typeface="Nimbus Sans"/>
              </a:rPr>
              <a:t>Compute and research software</a:t>
            </a:r>
          </a:p>
        </p:txBody>
      </p:sp>
      <p:sp>
        <p:nvSpPr>
          <p:cNvPr id="15" name="bar3">
            <a:extLst xmlns:a="http://schemas.openxmlformats.org/drawingml/2006/main">
              <a:ext uri="{FF2B5EF4-FFF2-40B4-BE49-F238E27FC236}">
                <a16:creationId xmlns:a16="http://schemas.microsoft.com/office/drawing/2014/main" id="{8D3B667C-1B5C-4F0E-B862-A3C659909073}"/>
              </a:ext>
            </a:extLst>
          </p:cNvPr>
          <p:cNvSpPr>
            <a:spLocks xmlns:a="http://schemas.openxmlformats.org/drawingml/2006/main" noGrp="1"/>
          </p:cNvSpPr>
          <p:nvPr/>
        </p:nvSpPr>
        <p:spPr>
          <a:xfrm xmlns:a="http://schemas.openxmlformats.org/drawingml/2006/main">
            <a:off x="6858000" y="3343275"/>
            <a:ext cx="642937" cy="247650"/>
          </a:xfrm>
          <a:prstGeom xmlns:a="http://schemas.openxmlformats.org/drawingml/2006/main" prst="rect">
            <a:avLst/>
          </a:prstGeom>
          <a:solidFill xmlns:a="http://schemas.openxmlformats.org/drawingml/2006/main">
            <a:srgbClr val="087E8B"/>
          </a:solidFill>
          <a:ln xmlns:a="http://schemas.openxmlformats.org/drawingml/2006/main" w="0">
            <a:noFill/>
            <a:prstDash val="solid"/>
          </a:ln>
        </p:spPr>
      </p:sp>
      <p:sp>
        <p:nvSpPr>
          <p:cNvPr id="16" name="v3">
            <a:extLst xmlns:a="http://schemas.openxmlformats.org/drawingml/2006/main">
              <a:ext uri="{FF2B5EF4-FFF2-40B4-BE49-F238E27FC236}">
                <a16:creationId xmlns:a16="http://schemas.microsoft.com/office/drawing/2014/main" id="{D017C012-F435-4118-B098-0B41184323E8}"/>
              </a:ext>
            </a:extLst>
          </p:cNvPr>
          <p:cNvSpPr>
            <a:spLocks xmlns:a="http://schemas.openxmlformats.org/drawingml/2006/main" noGrp="1"/>
          </p:cNvSpPr>
          <p:nvPr/>
        </p:nvSpPr>
        <p:spPr>
          <a:xfrm xmlns:a="http://schemas.openxmlformats.org/drawingml/2006/main">
            <a:off x="10582275" y="3276600"/>
            <a:ext cx="95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a:solidFill>
                  <a:srgbClr val="112C40"/>
                </a:solidFill>
                <a:latin typeface="Nimbus Sans"/>
                <a:ea typeface="Nimbus Sans"/>
                <a:cs typeface="Nimbus Sans"/>
              </a:defRPr>
            </a:defPPr>
            <a:lvl1pPr>
              <a:defRPr sz="1950" b="1">
                <a:solidFill>
                  <a:srgbClr val="112C40"/>
                </a:solidFill>
                <a:latin typeface="Nimbus Sans"/>
                <a:ea typeface="Nimbus Sans"/>
                <a:cs typeface="Nimbus Sans"/>
              </a:defRPr>
            </a:lvl1pPr>
            <a:lvl2pPr>
              <a:defRPr sz="1950" b="1">
                <a:solidFill>
                  <a:srgbClr val="112C40"/>
                </a:solidFill>
                <a:latin typeface="Nimbus Sans"/>
                <a:ea typeface="Nimbus Sans"/>
                <a:cs typeface="Nimbus Sans"/>
              </a:defRPr>
            </a:lvl2pPr>
            <a:lvl3pPr>
              <a:defRPr sz="1950" b="1">
                <a:solidFill>
                  <a:srgbClr val="112C40"/>
                </a:solidFill>
                <a:latin typeface="Nimbus Sans"/>
                <a:ea typeface="Nimbus Sans"/>
                <a:cs typeface="Nimbus Sans"/>
              </a:defRPr>
            </a:lvl3pPr>
            <a:lvl4pPr>
              <a:defRPr sz="1950" b="1">
                <a:solidFill>
                  <a:srgbClr val="112C40"/>
                </a:solidFill>
                <a:latin typeface="Nimbus Sans"/>
                <a:ea typeface="Nimbus Sans"/>
                <a:cs typeface="Nimbus Sans"/>
              </a:defRPr>
            </a:lvl4pPr>
            <a:lvl5pPr>
              <a:defRPr sz="1950" b="1">
                <a:solidFill>
                  <a:srgbClr val="112C40"/>
                </a:solidFill>
                <a:latin typeface="Nimbus Sans"/>
                <a:ea typeface="Nimbus Sans"/>
                <a:cs typeface="Nimbus Sans"/>
              </a:defRPr>
            </a:lvl5pPr>
            <a:lvl6pPr>
              <a:defRPr sz="1950" b="1">
                <a:solidFill>
                  <a:srgbClr val="112C40"/>
                </a:solidFill>
                <a:latin typeface="Nimbus Sans"/>
                <a:ea typeface="Nimbus Sans"/>
                <a:cs typeface="Nimbus Sans"/>
              </a:defRPr>
            </a:lvl6pPr>
            <a:lvl7pPr>
              <a:defRPr sz="1950" b="1">
                <a:solidFill>
                  <a:srgbClr val="112C40"/>
                </a:solidFill>
                <a:latin typeface="Nimbus Sans"/>
                <a:ea typeface="Nimbus Sans"/>
                <a:cs typeface="Nimbus Sans"/>
              </a:defRPr>
            </a:lvl7pPr>
            <a:lvl8pPr>
              <a:defRPr sz="1950" b="1">
                <a:solidFill>
                  <a:srgbClr val="112C40"/>
                </a:solidFill>
                <a:latin typeface="Nimbus Sans"/>
                <a:ea typeface="Nimbus Sans"/>
                <a:cs typeface="Nimbus Sans"/>
              </a:defRPr>
            </a:lvl8pPr>
            <a:lvl9pPr>
              <a:defRPr sz="1950" b="1">
                <a:solidFill>
                  <a:srgbClr val="112C40"/>
                </a:solidFill>
                <a:latin typeface="Nimbus Sans"/>
                <a:ea typeface="Nimbus Sans"/>
                <a:cs typeface="Nimbus Sans"/>
              </a:defRPr>
            </a:lvl9pPr>
          </a:lstStyle>
          <a:p xmlns:a="http://schemas.openxmlformats.org/drawingml/2006/main">
            <a:pPr>
              <a:defRPr sz="1950" b="1">
                <a:solidFill>
                  <a:srgbClr val="112C40"/>
                </a:solidFill>
                <a:latin typeface="Nimbus Sans"/>
                <a:ea typeface="Nimbus Sans"/>
                <a:cs typeface="Nimbus Sans"/>
              </a:defRPr>
            </a:pPr>
            <a:r>
              <a:rPr sz="1950" b="1">
                <a:solidFill>
                  <a:srgbClr val="112C40"/>
                </a:solidFill>
                <a:latin typeface="Nimbus Sans"/>
                <a:ea typeface="Nimbus Sans"/>
                <a:cs typeface="Nimbus Sans"/>
              </a:rPr>
              <a:t>0.60</a:t>
            </a:r>
          </a:p>
        </p:txBody>
      </p:sp>
      <p:sp>
        <p:nvSpPr>
          <p:cNvPr id="17" name="budget4">
            <a:extLst xmlns:a="http://schemas.openxmlformats.org/drawingml/2006/main">
              <a:ext uri="{FF2B5EF4-FFF2-40B4-BE49-F238E27FC236}">
                <a16:creationId xmlns:a16="http://schemas.microsoft.com/office/drawing/2014/main" id="{7B9FE2DC-9028-4A07-9922-EB72D7C12FB3}"/>
              </a:ext>
            </a:extLst>
          </p:cNvPr>
          <p:cNvSpPr>
            <a:spLocks xmlns:a="http://schemas.openxmlformats.org/drawingml/2006/main" noGrp="1"/>
          </p:cNvSpPr>
          <p:nvPr/>
        </p:nvSpPr>
        <p:spPr>
          <a:xfrm xmlns:a="http://schemas.openxmlformats.org/drawingml/2006/main">
            <a:off x="609600" y="3819525"/>
            <a:ext cx="5953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112C40"/>
                </a:solidFill>
                <a:latin typeface="Nimbus Sans"/>
                <a:ea typeface="Nimbus Sans"/>
                <a:cs typeface="Nimbus Sans"/>
              </a:defRPr>
            </a:defPPr>
            <a:lvl1pPr>
              <a:defRPr sz="1875" b="0">
                <a:solidFill>
                  <a:srgbClr val="112C40"/>
                </a:solidFill>
                <a:latin typeface="Nimbus Sans"/>
                <a:ea typeface="Nimbus Sans"/>
                <a:cs typeface="Nimbus Sans"/>
              </a:defRPr>
            </a:lvl1pPr>
            <a:lvl2pPr>
              <a:defRPr sz="1875" b="0">
                <a:solidFill>
                  <a:srgbClr val="112C40"/>
                </a:solidFill>
                <a:latin typeface="Nimbus Sans"/>
                <a:ea typeface="Nimbus Sans"/>
                <a:cs typeface="Nimbus Sans"/>
              </a:defRPr>
            </a:lvl2pPr>
            <a:lvl3pPr>
              <a:defRPr sz="1875" b="0">
                <a:solidFill>
                  <a:srgbClr val="112C40"/>
                </a:solidFill>
                <a:latin typeface="Nimbus Sans"/>
                <a:ea typeface="Nimbus Sans"/>
                <a:cs typeface="Nimbus Sans"/>
              </a:defRPr>
            </a:lvl3pPr>
            <a:lvl4pPr>
              <a:defRPr sz="1875" b="0">
                <a:solidFill>
                  <a:srgbClr val="112C40"/>
                </a:solidFill>
                <a:latin typeface="Nimbus Sans"/>
                <a:ea typeface="Nimbus Sans"/>
                <a:cs typeface="Nimbus Sans"/>
              </a:defRPr>
            </a:lvl4pPr>
            <a:lvl5pPr>
              <a:defRPr sz="1875" b="0">
                <a:solidFill>
                  <a:srgbClr val="112C40"/>
                </a:solidFill>
                <a:latin typeface="Nimbus Sans"/>
                <a:ea typeface="Nimbus Sans"/>
                <a:cs typeface="Nimbus Sans"/>
              </a:defRPr>
            </a:lvl5pPr>
            <a:lvl6pPr>
              <a:defRPr sz="1875" b="0">
                <a:solidFill>
                  <a:srgbClr val="112C40"/>
                </a:solidFill>
                <a:latin typeface="Nimbus Sans"/>
                <a:ea typeface="Nimbus Sans"/>
                <a:cs typeface="Nimbus Sans"/>
              </a:defRPr>
            </a:lvl6pPr>
            <a:lvl7pPr>
              <a:defRPr sz="1875" b="0">
                <a:solidFill>
                  <a:srgbClr val="112C40"/>
                </a:solidFill>
                <a:latin typeface="Nimbus Sans"/>
                <a:ea typeface="Nimbus Sans"/>
                <a:cs typeface="Nimbus Sans"/>
              </a:defRPr>
            </a:lvl7pPr>
            <a:lvl8pPr>
              <a:defRPr sz="1875" b="0">
                <a:solidFill>
                  <a:srgbClr val="112C40"/>
                </a:solidFill>
                <a:latin typeface="Nimbus Sans"/>
                <a:ea typeface="Nimbus Sans"/>
                <a:cs typeface="Nimbus Sans"/>
              </a:defRPr>
            </a:lvl8pPr>
            <a:lvl9pPr>
              <a:defRPr sz="1875" b="0">
                <a:solidFill>
                  <a:srgbClr val="112C40"/>
                </a:solidFill>
                <a:latin typeface="Nimbus Sans"/>
                <a:ea typeface="Nimbus Sans"/>
                <a:cs typeface="Nimbus Sans"/>
              </a:defRPr>
            </a:lvl9pPr>
          </a:lstStyle>
          <a:p xmlns:a="http://schemas.openxmlformats.org/drawingml/2006/main">
            <a:pPr>
              <a:defRPr sz="1875" b="0">
                <a:solidFill>
                  <a:srgbClr val="112C40"/>
                </a:solidFill>
                <a:latin typeface="Nimbus Sans"/>
                <a:ea typeface="Nimbus Sans"/>
                <a:cs typeface="Nimbus Sans"/>
              </a:defRPr>
            </a:pPr>
            <a:r>
              <a:rPr sz="1875" b="0">
                <a:solidFill>
                  <a:srgbClr val="112C40"/>
                </a:solidFill>
                <a:latin typeface="Nimbus Sans"/>
                <a:ea typeface="Nimbus Sans"/>
                <a:cs typeface="Nimbus Sans"/>
              </a:rPr>
              <a:t>IP, legal and regulatory preparation</a:t>
            </a:r>
          </a:p>
        </p:txBody>
      </p:sp>
      <p:sp>
        <p:nvSpPr>
          <p:cNvPr id="18" name="bar4">
            <a:extLst xmlns:a="http://schemas.openxmlformats.org/drawingml/2006/main">
              <a:ext uri="{FF2B5EF4-FFF2-40B4-BE49-F238E27FC236}">
                <a16:creationId xmlns:a16="http://schemas.microsoft.com/office/drawing/2014/main" id="{E092EA39-7358-4155-8245-F295153AC7D6}"/>
              </a:ext>
            </a:extLst>
          </p:cNvPr>
          <p:cNvSpPr>
            <a:spLocks xmlns:a="http://schemas.openxmlformats.org/drawingml/2006/main" noGrp="1"/>
          </p:cNvSpPr>
          <p:nvPr/>
        </p:nvSpPr>
        <p:spPr>
          <a:xfrm xmlns:a="http://schemas.openxmlformats.org/drawingml/2006/main">
            <a:off x="6858000" y="3886200"/>
            <a:ext cx="375047" cy="247650"/>
          </a:xfrm>
          <a:prstGeom xmlns:a="http://schemas.openxmlformats.org/drawingml/2006/main" prst="rect">
            <a:avLst/>
          </a:prstGeom>
          <a:solidFill xmlns:a="http://schemas.openxmlformats.org/drawingml/2006/main">
            <a:srgbClr val="087E8B"/>
          </a:solidFill>
          <a:ln xmlns:a="http://schemas.openxmlformats.org/drawingml/2006/main" w="0">
            <a:noFill/>
            <a:prstDash val="solid"/>
          </a:ln>
        </p:spPr>
      </p:sp>
      <p:sp>
        <p:nvSpPr>
          <p:cNvPr id="19" name="v4">
            <a:extLst xmlns:a="http://schemas.openxmlformats.org/drawingml/2006/main">
              <a:ext uri="{FF2B5EF4-FFF2-40B4-BE49-F238E27FC236}">
                <a16:creationId xmlns:a16="http://schemas.microsoft.com/office/drawing/2014/main" id="{8180E1AA-6738-4990-A676-A71E5459447C}"/>
              </a:ext>
            </a:extLst>
          </p:cNvPr>
          <p:cNvSpPr>
            <a:spLocks xmlns:a="http://schemas.openxmlformats.org/drawingml/2006/main" noGrp="1"/>
          </p:cNvSpPr>
          <p:nvPr/>
        </p:nvSpPr>
        <p:spPr>
          <a:xfrm xmlns:a="http://schemas.openxmlformats.org/drawingml/2006/main">
            <a:off x="10582275" y="3819525"/>
            <a:ext cx="95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a:solidFill>
                  <a:srgbClr val="112C40"/>
                </a:solidFill>
                <a:latin typeface="Nimbus Sans"/>
                <a:ea typeface="Nimbus Sans"/>
                <a:cs typeface="Nimbus Sans"/>
              </a:defRPr>
            </a:defPPr>
            <a:lvl1pPr>
              <a:defRPr sz="1950" b="1">
                <a:solidFill>
                  <a:srgbClr val="112C40"/>
                </a:solidFill>
                <a:latin typeface="Nimbus Sans"/>
                <a:ea typeface="Nimbus Sans"/>
                <a:cs typeface="Nimbus Sans"/>
              </a:defRPr>
            </a:lvl1pPr>
            <a:lvl2pPr>
              <a:defRPr sz="1950" b="1">
                <a:solidFill>
                  <a:srgbClr val="112C40"/>
                </a:solidFill>
                <a:latin typeface="Nimbus Sans"/>
                <a:ea typeface="Nimbus Sans"/>
                <a:cs typeface="Nimbus Sans"/>
              </a:defRPr>
            </a:lvl2pPr>
            <a:lvl3pPr>
              <a:defRPr sz="1950" b="1">
                <a:solidFill>
                  <a:srgbClr val="112C40"/>
                </a:solidFill>
                <a:latin typeface="Nimbus Sans"/>
                <a:ea typeface="Nimbus Sans"/>
                <a:cs typeface="Nimbus Sans"/>
              </a:defRPr>
            </a:lvl3pPr>
            <a:lvl4pPr>
              <a:defRPr sz="1950" b="1">
                <a:solidFill>
                  <a:srgbClr val="112C40"/>
                </a:solidFill>
                <a:latin typeface="Nimbus Sans"/>
                <a:ea typeface="Nimbus Sans"/>
                <a:cs typeface="Nimbus Sans"/>
              </a:defRPr>
            </a:lvl4pPr>
            <a:lvl5pPr>
              <a:defRPr sz="1950" b="1">
                <a:solidFill>
                  <a:srgbClr val="112C40"/>
                </a:solidFill>
                <a:latin typeface="Nimbus Sans"/>
                <a:ea typeface="Nimbus Sans"/>
                <a:cs typeface="Nimbus Sans"/>
              </a:defRPr>
            </a:lvl5pPr>
            <a:lvl6pPr>
              <a:defRPr sz="1950" b="1">
                <a:solidFill>
                  <a:srgbClr val="112C40"/>
                </a:solidFill>
                <a:latin typeface="Nimbus Sans"/>
                <a:ea typeface="Nimbus Sans"/>
                <a:cs typeface="Nimbus Sans"/>
              </a:defRPr>
            </a:lvl6pPr>
            <a:lvl7pPr>
              <a:defRPr sz="1950" b="1">
                <a:solidFill>
                  <a:srgbClr val="112C40"/>
                </a:solidFill>
                <a:latin typeface="Nimbus Sans"/>
                <a:ea typeface="Nimbus Sans"/>
                <a:cs typeface="Nimbus Sans"/>
              </a:defRPr>
            </a:lvl7pPr>
            <a:lvl8pPr>
              <a:defRPr sz="1950" b="1">
                <a:solidFill>
                  <a:srgbClr val="112C40"/>
                </a:solidFill>
                <a:latin typeface="Nimbus Sans"/>
                <a:ea typeface="Nimbus Sans"/>
                <a:cs typeface="Nimbus Sans"/>
              </a:defRPr>
            </a:lvl8pPr>
            <a:lvl9pPr>
              <a:defRPr sz="1950" b="1">
                <a:solidFill>
                  <a:srgbClr val="112C40"/>
                </a:solidFill>
                <a:latin typeface="Nimbus Sans"/>
                <a:ea typeface="Nimbus Sans"/>
                <a:cs typeface="Nimbus Sans"/>
              </a:defRPr>
            </a:lvl9pPr>
          </a:lstStyle>
          <a:p xmlns:a="http://schemas.openxmlformats.org/drawingml/2006/main">
            <a:pPr>
              <a:defRPr sz="1950" b="1">
                <a:solidFill>
                  <a:srgbClr val="112C40"/>
                </a:solidFill>
                <a:latin typeface="Nimbus Sans"/>
                <a:ea typeface="Nimbus Sans"/>
                <a:cs typeface="Nimbus Sans"/>
              </a:defRPr>
            </a:pPr>
            <a:r>
              <a:rPr sz="1950" b="1">
                <a:solidFill>
                  <a:srgbClr val="112C40"/>
                </a:solidFill>
                <a:latin typeface="Nimbus Sans"/>
                <a:ea typeface="Nimbus Sans"/>
                <a:cs typeface="Nimbus Sans"/>
              </a:rPr>
              <a:t>0.35</a:t>
            </a:r>
          </a:p>
        </p:txBody>
      </p:sp>
      <p:sp>
        <p:nvSpPr>
          <p:cNvPr id="20" name="budget5">
            <a:extLst xmlns:a="http://schemas.openxmlformats.org/drawingml/2006/main">
              <a:ext uri="{FF2B5EF4-FFF2-40B4-BE49-F238E27FC236}">
                <a16:creationId xmlns:a16="http://schemas.microsoft.com/office/drawing/2014/main" id="{12F4969E-EE3E-4775-BF57-35A1D297C6D1}"/>
              </a:ext>
            </a:extLst>
          </p:cNvPr>
          <p:cNvSpPr>
            <a:spLocks xmlns:a="http://schemas.openxmlformats.org/drawingml/2006/main" noGrp="1"/>
          </p:cNvSpPr>
          <p:nvPr/>
        </p:nvSpPr>
        <p:spPr>
          <a:xfrm xmlns:a="http://schemas.openxmlformats.org/drawingml/2006/main">
            <a:off x="609600" y="4362450"/>
            <a:ext cx="5953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112C40"/>
                </a:solidFill>
                <a:latin typeface="Nimbus Sans"/>
                <a:ea typeface="Nimbus Sans"/>
                <a:cs typeface="Nimbus Sans"/>
              </a:defRPr>
            </a:defPPr>
            <a:lvl1pPr>
              <a:defRPr sz="1875" b="0">
                <a:solidFill>
                  <a:srgbClr val="112C40"/>
                </a:solidFill>
                <a:latin typeface="Nimbus Sans"/>
                <a:ea typeface="Nimbus Sans"/>
                <a:cs typeface="Nimbus Sans"/>
              </a:defRPr>
            </a:lvl1pPr>
            <a:lvl2pPr>
              <a:defRPr sz="1875" b="0">
                <a:solidFill>
                  <a:srgbClr val="112C40"/>
                </a:solidFill>
                <a:latin typeface="Nimbus Sans"/>
                <a:ea typeface="Nimbus Sans"/>
                <a:cs typeface="Nimbus Sans"/>
              </a:defRPr>
            </a:lvl2pPr>
            <a:lvl3pPr>
              <a:defRPr sz="1875" b="0">
                <a:solidFill>
                  <a:srgbClr val="112C40"/>
                </a:solidFill>
                <a:latin typeface="Nimbus Sans"/>
                <a:ea typeface="Nimbus Sans"/>
                <a:cs typeface="Nimbus Sans"/>
              </a:defRPr>
            </a:lvl3pPr>
            <a:lvl4pPr>
              <a:defRPr sz="1875" b="0">
                <a:solidFill>
                  <a:srgbClr val="112C40"/>
                </a:solidFill>
                <a:latin typeface="Nimbus Sans"/>
                <a:ea typeface="Nimbus Sans"/>
                <a:cs typeface="Nimbus Sans"/>
              </a:defRPr>
            </a:lvl4pPr>
            <a:lvl5pPr>
              <a:defRPr sz="1875" b="0">
                <a:solidFill>
                  <a:srgbClr val="112C40"/>
                </a:solidFill>
                <a:latin typeface="Nimbus Sans"/>
                <a:ea typeface="Nimbus Sans"/>
                <a:cs typeface="Nimbus Sans"/>
              </a:defRPr>
            </a:lvl5pPr>
            <a:lvl6pPr>
              <a:defRPr sz="1875" b="0">
                <a:solidFill>
                  <a:srgbClr val="112C40"/>
                </a:solidFill>
                <a:latin typeface="Nimbus Sans"/>
                <a:ea typeface="Nimbus Sans"/>
                <a:cs typeface="Nimbus Sans"/>
              </a:defRPr>
            </a:lvl6pPr>
            <a:lvl7pPr>
              <a:defRPr sz="1875" b="0">
                <a:solidFill>
                  <a:srgbClr val="112C40"/>
                </a:solidFill>
                <a:latin typeface="Nimbus Sans"/>
                <a:ea typeface="Nimbus Sans"/>
                <a:cs typeface="Nimbus Sans"/>
              </a:defRPr>
            </a:lvl7pPr>
            <a:lvl8pPr>
              <a:defRPr sz="1875" b="0">
                <a:solidFill>
                  <a:srgbClr val="112C40"/>
                </a:solidFill>
                <a:latin typeface="Nimbus Sans"/>
                <a:ea typeface="Nimbus Sans"/>
                <a:cs typeface="Nimbus Sans"/>
              </a:defRPr>
            </a:lvl8pPr>
            <a:lvl9pPr>
              <a:defRPr sz="1875" b="0">
                <a:solidFill>
                  <a:srgbClr val="112C40"/>
                </a:solidFill>
                <a:latin typeface="Nimbus Sans"/>
                <a:ea typeface="Nimbus Sans"/>
                <a:cs typeface="Nimbus Sans"/>
              </a:defRPr>
            </a:lvl9pPr>
          </a:lstStyle>
          <a:p xmlns:a="http://schemas.openxmlformats.org/drawingml/2006/main">
            <a:pPr>
              <a:defRPr sz="1875" b="0">
                <a:solidFill>
                  <a:srgbClr val="112C40"/>
                </a:solidFill>
                <a:latin typeface="Nimbus Sans"/>
                <a:ea typeface="Nimbus Sans"/>
                <a:cs typeface="Nimbus Sans"/>
              </a:defRPr>
            </a:pPr>
            <a:r>
              <a:rPr sz="1875" b="0">
                <a:solidFill>
                  <a:srgbClr val="112C40"/>
                </a:solidFill>
                <a:latin typeface="Nimbus Sans"/>
                <a:ea typeface="Nimbus Sans"/>
                <a:cs typeface="Nimbus Sans"/>
              </a:rPr>
              <a:t>Operating overhead</a:t>
            </a:r>
          </a:p>
        </p:txBody>
      </p:sp>
      <p:sp>
        <p:nvSpPr>
          <p:cNvPr id="21" name="bar5">
            <a:extLst xmlns:a="http://schemas.openxmlformats.org/drawingml/2006/main">
              <a:ext uri="{FF2B5EF4-FFF2-40B4-BE49-F238E27FC236}">
                <a16:creationId xmlns:a16="http://schemas.microsoft.com/office/drawing/2014/main" id="{4F8F39A7-22D7-4749-8F97-3A72E6B0EB8E}"/>
              </a:ext>
            </a:extLst>
          </p:cNvPr>
          <p:cNvSpPr>
            <a:spLocks xmlns:a="http://schemas.openxmlformats.org/drawingml/2006/main" noGrp="1"/>
          </p:cNvSpPr>
          <p:nvPr/>
        </p:nvSpPr>
        <p:spPr>
          <a:xfrm xmlns:a="http://schemas.openxmlformats.org/drawingml/2006/main">
            <a:off x="6858000" y="4429125"/>
            <a:ext cx="375047" cy="247650"/>
          </a:xfrm>
          <a:prstGeom xmlns:a="http://schemas.openxmlformats.org/drawingml/2006/main" prst="rect">
            <a:avLst/>
          </a:prstGeom>
          <a:solidFill xmlns:a="http://schemas.openxmlformats.org/drawingml/2006/main">
            <a:srgbClr val="087E8B"/>
          </a:solidFill>
          <a:ln xmlns:a="http://schemas.openxmlformats.org/drawingml/2006/main" w="0">
            <a:noFill/>
            <a:prstDash val="solid"/>
          </a:ln>
        </p:spPr>
      </p:sp>
      <p:sp>
        <p:nvSpPr>
          <p:cNvPr id="22" name="v5">
            <a:extLst xmlns:a="http://schemas.openxmlformats.org/drawingml/2006/main">
              <a:ext uri="{FF2B5EF4-FFF2-40B4-BE49-F238E27FC236}">
                <a16:creationId xmlns:a16="http://schemas.microsoft.com/office/drawing/2014/main" id="{E2AC2962-EE1B-426F-BB9C-5676E96D9CD9}"/>
              </a:ext>
            </a:extLst>
          </p:cNvPr>
          <p:cNvSpPr>
            <a:spLocks xmlns:a="http://schemas.openxmlformats.org/drawingml/2006/main" noGrp="1"/>
          </p:cNvSpPr>
          <p:nvPr/>
        </p:nvSpPr>
        <p:spPr>
          <a:xfrm xmlns:a="http://schemas.openxmlformats.org/drawingml/2006/main">
            <a:off x="10582275" y="4362450"/>
            <a:ext cx="95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a:solidFill>
                  <a:srgbClr val="112C40"/>
                </a:solidFill>
                <a:latin typeface="Nimbus Sans"/>
                <a:ea typeface="Nimbus Sans"/>
                <a:cs typeface="Nimbus Sans"/>
              </a:defRPr>
            </a:defPPr>
            <a:lvl1pPr>
              <a:defRPr sz="1950" b="1">
                <a:solidFill>
                  <a:srgbClr val="112C40"/>
                </a:solidFill>
                <a:latin typeface="Nimbus Sans"/>
                <a:ea typeface="Nimbus Sans"/>
                <a:cs typeface="Nimbus Sans"/>
              </a:defRPr>
            </a:lvl1pPr>
            <a:lvl2pPr>
              <a:defRPr sz="1950" b="1">
                <a:solidFill>
                  <a:srgbClr val="112C40"/>
                </a:solidFill>
                <a:latin typeface="Nimbus Sans"/>
                <a:ea typeface="Nimbus Sans"/>
                <a:cs typeface="Nimbus Sans"/>
              </a:defRPr>
            </a:lvl2pPr>
            <a:lvl3pPr>
              <a:defRPr sz="1950" b="1">
                <a:solidFill>
                  <a:srgbClr val="112C40"/>
                </a:solidFill>
                <a:latin typeface="Nimbus Sans"/>
                <a:ea typeface="Nimbus Sans"/>
                <a:cs typeface="Nimbus Sans"/>
              </a:defRPr>
            </a:lvl3pPr>
            <a:lvl4pPr>
              <a:defRPr sz="1950" b="1">
                <a:solidFill>
                  <a:srgbClr val="112C40"/>
                </a:solidFill>
                <a:latin typeface="Nimbus Sans"/>
                <a:ea typeface="Nimbus Sans"/>
                <a:cs typeface="Nimbus Sans"/>
              </a:defRPr>
            </a:lvl4pPr>
            <a:lvl5pPr>
              <a:defRPr sz="1950" b="1">
                <a:solidFill>
                  <a:srgbClr val="112C40"/>
                </a:solidFill>
                <a:latin typeface="Nimbus Sans"/>
                <a:ea typeface="Nimbus Sans"/>
                <a:cs typeface="Nimbus Sans"/>
              </a:defRPr>
            </a:lvl5pPr>
            <a:lvl6pPr>
              <a:defRPr sz="1950" b="1">
                <a:solidFill>
                  <a:srgbClr val="112C40"/>
                </a:solidFill>
                <a:latin typeface="Nimbus Sans"/>
                <a:ea typeface="Nimbus Sans"/>
                <a:cs typeface="Nimbus Sans"/>
              </a:defRPr>
            </a:lvl6pPr>
            <a:lvl7pPr>
              <a:defRPr sz="1950" b="1">
                <a:solidFill>
                  <a:srgbClr val="112C40"/>
                </a:solidFill>
                <a:latin typeface="Nimbus Sans"/>
                <a:ea typeface="Nimbus Sans"/>
                <a:cs typeface="Nimbus Sans"/>
              </a:defRPr>
            </a:lvl7pPr>
            <a:lvl8pPr>
              <a:defRPr sz="1950" b="1">
                <a:solidFill>
                  <a:srgbClr val="112C40"/>
                </a:solidFill>
                <a:latin typeface="Nimbus Sans"/>
                <a:ea typeface="Nimbus Sans"/>
                <a:cs typeface="Nimbus Sans"/>
              </a:defRPr>
            </a:lvl8pPr>
            <a:lvl9pPr>
              <a:defRPr sz="1950" b="1">
                <a:solidFill>
                  <a:srgbClr val="112C40"/>
                </a:solidFill>
                <a:latin typeface="Nimbus Sans"/>
                <a:ea typeface="Nimbus Sans"/>
                <a:cs typeface="Nimbus Sans"/>
              </a:defRPr>
            </a:lvl9pPr>
          </a:lstStyle>
          <a:p xmlns:a="http://schemas.openxmlformats.org/drawingml/2006/main">
            <a:pPr>
              <a:defRPr sz="1950" b="1">
                <a:solidFill>
                  <a:srgbClr val="112C40"/>
                </a:solidFill>
                <a:latin typeface="Nimbus Sans"/>
                <a:ea typeface="Nimbus Sans"/>
                <a:cs typeface="Nimbus Sans"/>
              </a:defRPr>
            </a:pPr>
            <a:r>
              <a:rPr sz="1950" b="1">
                <a:solidFill>
                  <a:srgbClr val="112C40"/>
                </a:solidFill>
                <a:latin typeface="Nimbus Sans"/>
                <a:ea typeface="Nimbus Sans"/>
                <a:cs typeface="Nimbus Sans"/>
              </a:rPr>
              <a:t>0.35</a:t>
            </a:r>
          </a:p>
        </p:txBody>
      </p:sp>
      <p:sp>
        <p:nvSpPr>
          <p:cNvPr id="23" name="budget6">
            <a:extLst xmlns:a="http://schemas.openxmlformats.org/drawingml/2006/main">
              <a:ext uri="{FF2B5EF4-FFF2-40B4-BE49-F238E27FC236}">
                <a16:creationId xmlns:a16="http://schemas.microsoft.com/office/drawing/2014/main" id="{3DFC5D30-4EAA-4A53-851C-CA9B65124C49}"/>
              </a:ext>
            </a:extLst>
          </p:cNvPr>
          <p:cNvSpPr>
            <a:spLocks xmlns:a="http://schemas.openxmlformats.org/drawingml/2006/main" noGrp="1"/>
          </p:cNvSpPr>
          <p:nvPr/>
        </p:nvSpPr>
        <p:spPr>
          <a:xfrm xmlns:a="http://schemas.openxmlformats.org/drawingml/2006/main">
            <a:off x="609600" y="4905375"/>
            <a:ext cx="5953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112C40"/>
                </a:solidFill>
                <a:latin typeface="Nimbus Sans"/>
                <a:ea typeface="Nimbus Sans"/>
                <a:cs typeface="Nimbus Sans"/>
              </a:defRPr>
            </a:defPPr>
            <a:lvl1pPr>
              <a:defRPr sz="1875" b="0">
                <a:solidFill>
                  <a:srgbClr val="112C40"/>
                </a:solidFill>
                <a:latin typeface="Nimbus Sans"/>
                <a:ea typeface="Nimbus Sans"/>
                <a:cs typeface="Nimbus Sans"/>
              </a:defRPr>
            </a:lvl1pPr>
            <a:lvl2pPr>
              <a:defRPr sz="1875" b="0">
                <a:solidFill>
                  <a:srgbClr val="112C40"/>
                </a:solidFill>
                <a:latin typeface="Nimbus Sans"/>
                <a:ea typeface="Nimbus Sans"/>
                <a:cs typeface="Nimbus Sans"/>
              </a:defRPr>
            </a:lvl2pPr>
            <a:lvl3pPr>
              <a:defRPr sz="1875" b="0">
                <a:solidFill>
                  <a:srgbClr val="112C40"/>
                </a:solidFill>
                <a:latin typeface="Nimbus Sans"/>
                <a:ea typeface="Nimbus Sans"/>
                <a:cs typeface="Nimbus Sans"/>
              </a:defRPr>
            </a:lvl3pPr>
            <a:lvl4pPr>
              <a:defRPr sz="1875" b="0">
                <a:solidFill>
                  <a:srgbClr val="112C40"/>
                </a:solidFill>
                <a:latin typeface="Nimbus Sans"/>
                <a:ea typeface="Nimbus Sans"/>
                <a:cs typeface="Nimbus Sans"/>
              </a:defRPr>
            </a:lvl4pPr>
            <a:lvl5pPr>
              <a:defRPr sz="1875" b="0">
                <a:solidFill>
                  <a:srgbClr val="112C40"/>
                </a:solidFill>
                <a:latin typeface="Nimbus Sans"/>
                <a:ea typeface="Nimbus Sans"/>
                <a:cs typeface="Nimbus Sans"/>
              </a:defRPr>
            </a:lvl5pPr>
            <a:lvl6pPr>
              <a:defRPr sz="1875" b="0">
                <a:solidFill>
                  <a:srgbClr val="112C40"/>
                </a:solidFill>
                <a:latin typeface="Nimbus Sans"/>
                <a:ea typeface="Nimbus Sans"/>
                <a:cs typeface="Nimbus Sans"/>
              </a:defRPr>
            </a:lvl6pPr>
            <a:lvl7pPr>
              <a:defRPr sz="1875" b="0">
                <a:solidFill>
                  <a:srgbClr val="112C40"/>
                </a:solidFill>
                <a:latin typeface="Nimbus Sans"/>
                <a:ea typeface="Nimbus Sans"/>
                <a:cs typeface="Nimbus Sans"/>
              </a:defRPr>
            </a:lvl7pPr>
            <a:lvl8pPr>
              <a:defRPr sz="1875" b="0">
                <a:solidFill>
                  <a:srgbClr val="112C40"/>
                </a:solidFill>
                <a:latin typeface="Nimbus Sans"/>
                <a:ea typeface="Nimbus Sans"/>
                <a:cs typeface="Nimbus Sans"/>
              </a:defRPr>
            </a:lvl8pPr>
            <a:lvl9pPr>
              <a:defRPr sz="1875" b="0">
                <a:solidFill>
                  <a:srgbClr val="112C40"/>
                </a:solidFill>
                <a:latin typeface="Nimbus Sans"/>
                <a:ea typeface="Nimbus Sans"/>
                <a:cs typeface="Nimbus Sans"/>
              </a:defRPr>
            </a:lvl9pPr>
          </a:lstStyle>
          <a:p xmlns:a="http://schemas.openxmlformats.org/drawingml/2006/main">
            <a:pPr>
              <a:defRPr sz="1875" b="0">
                <a:solidFill>
                  <a:srgbClr val="112C40"/>
                </a:solidFill>
                <a:latin typeface="Nimbus Sans"/>
                <a:ea typeface="Nimbus Sans"/>
                <a:cs typeface="Nimbus Sans"/>
              </a:defRPr>
            </a:pPr>
            <a:r>
              <a:rPr sz="1875" b="0">
                <a:solidFill>
                  <a:srgbClr val="112C40"/>
                </a:solidFill>
                <a:latin typeface="Nimbus Sans"/>
                <a:ea typeface="Nimbus Sans"/>
                <a:cs typeface="Nimbus Sans"/>
              </a:rPr>
              <a:t>Uncommitted contingency</a:t>
            </a:r>
          </a:p>
        </p:txBody>
      </p:sp>
      <p:sp>
        <p:nvSpPr>
          <p:cNvPr id="24" name="bar6">
            <a:extLst xmlns:a="http://schemas.openxmlformats.org/drawingml/2006/main">
              <a:ext uri="{FF2B5EF4-FFF2-40B4-BE49-F238E27FC236}">
                <a16:creationId xmlns:a16="http://schemas.microsoft.com/office/drawing/2014/main" id="{9395097F-65C8-4979-AB5D-FD8D1A96BCC2}"/>
              </a:ext>
            </a:extLst>
          </p:cNvPr>
          <p:cNvSpPr>
            <a:spLocks xmlns:a="http://schemas.openxmlformats.org/drawingml/2006/main" noGrp="1"/>
          </p:cNvSpPr>
          <p:nvPr/>
        </p:nvSpPr>
        <p:spPr>
          <a:xfrm xmlns:a="http://schemas.openxmlformats.org/drawingml/2006/main">
            <a:off x="6858000" y="4972050"/>
            <a:ext cx="642937" cy="247650"/>
          </a:xfrm>
          <a:prstGeom xmlns:a="http://schemas.openxmlformats.org/drawingml/2006/main" prst="rect">
            <a:avLst/>
          </a:prstGeom>
          <a:solidFill xmlns:a="http://schemas.openxmlformats.org/drawingml/2006/main">
            <a:srgbClr val="486171"/>
          </a:solidFill>
          <a:ln xmlns:a="http://schemas.openxmlformats.org/drawingml/2006/main" w="0">
            <a:noFill/>
            <a:prstDash val="solid"/>
          </a:ln>
        </p:spPr>
      </p:sp>
      <p:sp>
        <p:nvSpPr>
          <p:cNvPr id="25" name="v6">
            <a:extLst xmlns:a="http://schemas.openxmlformats.org/drawingml/2006/main">
              <a:ext uri="{FF2B5EF4-FFF2-40B4-BE49-F238E27FC236}">
                <a16:creationId xmlns:a16="http://schemas.microsoft.com/office/drawing/2014/main" id="{72B62672-D875-494C-81A9-2CA102D189E3}"/>
              </a:ext>
            </a:extLst>
          </p:cNvPr>
          <p:cNvSpPr>
            <a:spLocks xmlns:a="http://schemas.openxmlformats.org/drawingml/2006/main" noGrp="1"/>
          </p:cNvSpPr>
          <p:nvPr/>
        </p:nvSpPr>
        <p:spPr>
          <a:xfrm xmlns:a="http://schemas.openxmlformats.org/drawingml/2006/main">
            <a:off x="10582275" y="4905375"/>
            <a:ext cx="95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a:solidFill>
                  <a:srgbClr val="112C40"/>
                </a:solidFill>
                <a:latin typeface="Nimbus Sans"/>
                <a:ea typeface="Nimbus Sans"/>
                <a:cs typeface="Nimbus Sans"/>
              </a:defRPr>
            </a:defPPr>
            <a:lvl1pPr>
              <a:defRPr sz="1950" b="1">
                <a:solidFill>
                  <a:srgbClr val="112C40"/>
                </a:solidFill>
                <a:latin typeface="Nimbus Sans"/>
                <a:ea typeface="Nimbus Sans"/>
                <a:cs typeface="Nimbus Sans"/>
              </a:defRPr>
            </a:lvl1pPr>
            <a:lvl2pPr>
              <a:defRPr sz="1950" b="1">
                <a:solidFill>
                  <a:srgbClr val="112C40"/>
                </a:solidFill>
                <a:latin typeface="Nimbus Sans"/>
                <a:ea typeface="Nimbus Sans"/>
                <a:cs typeface="Nimbus Sans"/>
              </a:defRPr>
            </a:lvl2pPr>
            <a:lvl3pPr>
              <a:defRPr sz="1950" b="1">
                <a:solidFill>
                  <a:srgbClr val="112C40"/>
                </a:solidFill>
                <a:latin typeface="Nimbus Sans"/>
                <a:ea typeface="Nimbus Sans"/>
                <a:cs typeface="Nimbus Sans"/>
              </a:defRPr>
            </a:lvl3pPr>
            <a:lvl4pPr>
              <a:defRPr sz="1950" b="1">
                <a:solidFill>
                  <a:srgbClr val="112C40"/>
                </a:solidFill>
                <a:latin typeface="Nimbus Sans"/>
                <a:ea typeface="Nimbus Sans"/>
                <a:cs typeface="Nimbus Sans"/>
              </a:defRPr>
            </a:lvl4pPr>
            <a:lvl5pPr>
              <a:defRPr sz="1950" b="1">
                <a:solidFill>
                  <a:srgbClr val="112C40"/>
                </a:solidFill>
                <a:latin typeface="Nimbus Sans"/>
                <a:ea typeface="Nimbus Sans"/>
                <a:cs typeface="Nimbus Sans"/>
              </a:defRPr>
            </a:lvl5pPr>
            <a:lvl6pPr>
              <a:defRPr sz="1950" b="1">
                <a:solidFill>
                  <a:srgbClr val="112C40"/>
                </a:solidFill>
                <a:latin typeface="Nimbus Sans"/>
                <a:ea typeface="Nimbus Sans"/>
                <a:cs typeface="Nimbus Sans"/>
              </a:defRPr>
            </a:lvl6pPr>
            <a:lvl7pPr>
              <a:defRPr sz="1950" b="1">
                <a:solidFill>
                  <a:srgbClr val="112C40"/>
                </a:solidFill>
                <a:latin typeface="Nimbus Sans"/>
                <a:ea typeface="Nimbus Sans"/>
                <a:cs typeface="Nimbus Sans"/>
              </a:defRPr>
            </a:lvl7pPr>
            <a:lvl8pPr>
              <a:defRPr sz="1950" b="1">
                <a:solidFill>
                  <a:srgbClr val="112C40"/>
                </a:solidFill>
                <a:latin typeface="Nimbus Sans"/>
                <a:ea typeface="Nimbus Sans"/>
                <a:cs typeface="Nimbus Sans"/>
              </a:defRPr>
            </a:lvl8pPr>
            <a:lvl9pPr>
              <a:defRPr sz="1950" b="1">
                <a:solidFill>
                  <a:srgbClr val="112C40"/>
                </a:solidFill>
                <a:latin typeface="Nimbus Sans"/>
                <a:ea typeface="Nimbus Sans"/>
                <a:cs typeface="Nimbus Sans"/>
              </a:defRPr>
            </a:lvl9pPr>
          </a:lstStyle>
          <a:p xmlns:a="http://schemas.openxmlformats.org/drawingml/2006/main">
            <a:pPr>
              <a:defRPr sz="1950" b="1">
                <a:solidFill>
                  <a:srgbClr val="112C40"/>
                </a:solidFill>
                <a:latin typeface="Nimbus Sans"/>
                <a:ea typeface="Nimbus Sans"/>
                <a:cs typeface="Nimbus Sans"/>
              </a:defRPr>
            </a:pPr>
            <a:r>
              <a:rPr sz="1950" b="1">
                <a:solidFill>
                  <a:srgbClr val="112C40"/>
                </a:solidFill>
                <a:latin typeface="Nimbus Sans"/>
                <a:ea typeface="Nimbus Sans"/>
                <a:cs typeface="Nimbus Sans"/>
              </a:rPr>
              <a:t>0.60</a:t>
            </a:r>
          </a:p>
        </p:txBody>
      </p:sp>
      <p:sp>
        <p:nvSpPr>
          <p:cNvPr id="26" name="total">
            <a:extLst xmlns:a="http://schemas.openxmlformats.org/drawingml/2006/main">
              <a:ext uri="{FF2B5EF4-FFF2-40B4-BE49-F238E27FC236}">
                <a16:creationId xmlns:a16="http://schemas.microsoft.com/office/drawing/2014/main" id="{F6D6C708-E2B7-45E9-8C1E-615030D4F30F}"/>
              </a:ext>
            </a:extLst>
          </p:cNvPr>
          <p:cNvSpPr>
            <a:spLocks xmlns:a="http://schemas.openxmlformats.org/drawingml/2006/main" noGrp="1"/>
          </p:cNvSpPr>
          <p:nvPr/>
        </p:nvSpPr>
        <p:spPr>
          <a:xfrm xmlns:a="http://schemas.openxmlformats.org/drawingml/2006/main">
            <a:off x="609600" y="5619750"/>
            <a:ext cx="1090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1">
                <a:solidFill>
                  <a:srgbClr val="112C40"/>
                </a:solidFill>
                <a:latin typeface="Nimbus Sans"/>
                <a:ea typeface="Nimbus Sans"/>
                <a:cs typeface="Nimbus Sans"/>
              </a:defRPr>
            </a:defPPr>
            <a:lvl1pPr>
              <a:defRPr sz="2325" b="1">
                <a:solidFill>
                  <a:srgbClr val="112C40"/>
                </a:solidFill>
                <a:latin typeface="Nimbus Sans"/>
                <a:ea typeface="Nimbus Sans"/>
                <a:cs typeface="Nimbus Sans"/>
              </a:defRPr>
            </a:lvl1pPr>
            <a:lvl2pPr>
              <a:defRPr sz="2325" b="1">
                <a:solidFill>
                  <a:srgbClr val="112C40"/>
                </a:solidFill>
                <a:latin typeface="Nimbus Sans"/>
                <a:ea typeface="Nimbus Sans"/>
                <a:cs typeface="Nimbus Sans"/>
              </a:defRPr>
            </a:lvl2pPr>
            <a:lvl3pPr>
              <a:defRPr sz="2325" b="1">
                <a:solidFill>
                  <a:srgbClr val="112C40"/>
                </a:solidFill>
                <a:latin typeface="Nimbus Sans"/>
                <a:ea typeface="Nimbus Sans"/>
                <a:cs typeface="Nimbus Sans"/>
              </a:defRPr>
            </a:lvl3pPr>
            <a:lvl4pPr>
              <a:defRPr sz="2325" b="1">
                <a:solidFill>
                  <a:srgbClr val="112C40"/>
                </a:solidFill>
                <a:latin typeface="Nimbus Sans"/>
                <a:ea typeface="Nimbus Sans"/>
                <a:cs typeface="Nimbus Sans"/>
              </a:defRPr>
            </a:lvl4pPr>
            <a:lvl5pPr>
              <a:defRPr sz="2325" b="1">
                <a:solidFill>
                  <a:srgbClr val="112C40"/>
                </a:solidFill>
                <a:latin typeface="Nimbus Sans"/>
                <a:ea typeface="Nimbus Sans"/>
                <a:cs typeface="Nimbus Sans"/>
              </a:defRPr>
            </a:lvl5pPr>
            <a:lvl6pPr>
              <a:defRPr sz="2325" b="1">
                <a:solidFill>
                  <a:srgbClr val="112C40"/>
                </a:solidFill>
                <a:latin typeface="Nimbus Sans"/>
                <a:ea typeface="Nimbus Sans"/>
                <a:cs typeface="Nimbus Sans"/>
              </a:defRPr>
            </a:lvl6pPr>
            <a:lvl7pPr>
              <a:defRPr sz="2325" b="1">
                <a:solidFill>
                  <a:srgbClr val="112C40"/>
                </a:solidFill>
                <a:latin typeface="Nimbus Sans"/>
                <a:ea typeface="Nimbus Sans"/>
                <a:cs typeface="Nimbus Sans"/>
              </a:defRPr>
            </a:lvl7pPr>
            <a:lvl8pPr>
              <a:defRPr sz="2325" b="1">
                <a:solidFill>
                  <a:srgbClr val="112C40"/>
                </a:solidFill>
                <a:latin typeface="Nimbus Sans"/>
                <a:ea typeface="Nimbus Sans"/>
                <a:cs typeface="Nimbus Sans"/>
              </a:defRPr>
            </a:lvl8pPr>
            <a:lvl9pPr>
              <a:defRPr sz="2325" b="1">
                <a:solidFill>
                  <a:srgbClr val="112C40"/>
                </a:solidFill>
                <a:latin typeface="Nimbus Sans"/>
                <a:ea typeface="Nimbus Sans"/>
                <a:cs typeface="Nimbus Sans"/>
              </a:defRPr>
            </a:lvl9pPr>
          </a:lstStyle>
          <a:p xmlns:a="http://schemas.openxmlformats.org/drawingml/2006/main">
            <a:pPr>
              <a:defRPr sz="2325" b="1">
                <a:solidFill>
                  <a:srgbClr val="112C40"/>
                </a:solidFill>
                <a:latin typeface="Nimbus Sans"/>
                <a:ea typeface="Nimbus Sans"/>
                <a:cs typeface="Nimbus Sans"/>
              </a:defRPr>
            </a:pPr>
            <a:r>
              <a:rPr sz="2325" b="1">
                <a:solidFill>
                  <a:srgbClr val="112C40"/>
                </a:solidFill>
                <a:latin typeface="Nimbus Sans"/>
                <a:ea typeface="Nimbus Sans"/>
                <a:cs typeface="Nimbus Sans"/>
              </a:rPr>
              <a:t>$7.40m operating work + $0.60m reserve = $8.00m</a:t>
            </a:r>
          </a:p>
        </p:txBody>
      </p:sp>
      <p:sp>
        <p:nvSpPr>
          <p:cNvPr id="27" name="scope">
            <a:extLst xmlns:a="http://schemas.openxmlformats.org/drawingml/2006/main">
              <a:ext uri="{FF2B5EF4-FFF2-40B4-BE49-F238E27FC236}">
                <a16:creationId xmlns:a16="http://schemas.microsoft.com/office/drawing/2014/main" id="{086C9A17-F0E9-47DB-A744-6179394D26E2}"/>
              </a:ext>
            </a:extLst>
          </p:cNvPr>
          <p:cNvSpPr>
            <a:spLocks xmlns:a="http://schemas.openxmlformats.org/drawingml/2006/main" noGrp="1"/>
          </p:cNvSpPr>
          <p:nvPr/>
        </p:nvSpPr>
        <p:spPr>
          <a:xfrm xmlns:a="http://schemas.openxmlformats.org/drawingml/2006/main">
            <a:off x="609600" y="6057900"/>
            <a:ext cx="10858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486171"/>
                </a:solidFill>
                <a:latin typeface="Nimbus Sans"/>
                <a:ea typeface="Nimbus Sans"/>
                <a:cs typeface="Nimbus Sans"/>
              </a:defRPr>
            </a:defPPr>
            <a:lvl1pPr>
              <a:defRPr sz="1575" b="0">
                <a:solidFill>
                  <a:srgbClr val="486171"/>
                </a:solidFill>
                <a:latin typeface="Nimbus Sans"/>
                <a:ea typeface="Nimbus Sans"/>
                <a:cs typeface="Nimbus Sans"/>
              </a:defRPr>
            </a:lvl1pPr>
            <a:lvl2pPr>
              <a:defRPr sz="1575" b="0">
                <a:solidFill>
                  <a:srgbClr val="486171"/>
                </a:solidFill>
                <a:latin typeface="Nimbus Sans"/>
                <a:ea typeface="Nimbus Sans"/>
                <a:cs typeface="Nimbus Sans"/>
              </a:defRPr>
            </a:lvl2pPr>
            <a:lvl3pPr>
              <a:defRPr sz="1575" b="0">
                <a:solidFill>
                  <a:srgbClr val="486171"/>
                </a:solidFill>
                <a:latin typeface="Nimbus Sans"/>
                <a:ea typeface="Nimbus Sans"/>
                <a:cs typeface="Nimbus Sans"/>
              </a:defRPr>
            </a:lvl3pPr>
            <a:lvl4pPr>
              <a:defRPr sz="1575" b="0">
                <a:solidFill>
                  <a:srgbClr val="486171"/>
                </a:solidFill>
                <a:latin typeface="Nimbus Sans"/>
                <a:ea typeface="Nimbus Sans"/>
                <a:cs typeface="Nimbus Sans"/>
              </a:defRPr>
            </a:lvl4pPr>
            <a:lvl5pPr>
              <a:defRPr sz="1575" b="0">
                <a:solidFill>
                  <a:srgbClr val="486171"/>
                </a:solidFill>
                <a:latin typeface="Nimbus Sans"/>
                <a:ea typeface="Nimbus Sans"/>
                <a:cs typeface="Nimbus Sans"/>
              </a:defRPr>
            </a:lvl5pPr>
            <a:lvl6pPr>
              <a:defRPr sz="1575" b="0">
                <a:solidFill>
                  <a:srgbClr val="486171"/>
                </a:solidFill>
                <a:latin typeface="Nimbus Sans"/>
                <a:ea typeface="Nimbus Sans"/>
                <a:cs typeface="Nimbus Sans"/>
              </a:defRPr>
            </a:lvl6pPr>
            <a:lvl7pPr>
              <a:defRPr sz="1575" b="0">
                <a:solidFill>
                  <a:srgbClr val="486171"/>
                </a:solidFill>
                <a:latin typeface="Nimbus Sans"/>
                <a:ea typeface="Nimbus Sans"/>
                <a:cs typeface="Nimbus Sans"/>
              </a:defRPr>
            </a:lvl7pPr>
            <a:lvl8pPr>
              <a:defRPr sz="1575" b="0">
                <a:solidFill>
                  <a:srgbClr val="486171"/>
                </a:solidFill>
                <a:latin typeface="Nimbus Sans"/>
                <a:ea typeface="Nimbus Sans"/>
                <a:cs typeface="Nimbus Sans"/>
              </a:defRPr>
            </a:lvl8pPr>
            <a:lvl9pPr>
              <a:defRPr sz="1575" b="0">
                <a:solidFill>
                  <a:srgbClr val="486171"/>
                </a:solidFill>
                <a:latin typeface="Nimbus Sans"/>
                <a:ea typeface="Nimbus Sans"/>
                <a:cs typeface="Nimbus Sans"/>
              </a:defRPr>
            </a:lvl9pPr>
          </a:lstStyle>
          <a:p xmlns:a="http://schemas.openxmlformats.org/drawingml/2006/main">
            <a:pPr>
              <a:defRPr sz="1575" b="0">
                <a:solidFill>
                  <a:srgbClr val="486171"/>
                </a:solidFill>
                <a:latin typeface="Nimbus Sans"/>
                <a:ea typeface="Nimbus Sans"/>
                <a:cs typeface="Nimbus Sans"/>
              </a:defRPr>
            </a:pPr>
            <a:r>
              <a:rPr sz="1575" b="0">
                <a:solidFill>
                  <a:srgbClr val="486171"/>
                </a:solidFill>
                <a:latin typeface="Nimbus Sans"/>
                <a:ea typeface="Nimbus Sans"/>
                <a:cs typeface="Nimbus Sans"/>
              </a:rPr>
              <a:t>Zero commercial receipts assumed. Clinical trials, GMP and full IND-enabling work require later capital.</a:t>
            </a:r>
          </a:p>
        </p:txBody>
      </p:sp>
    </p:spTree>
    <p:extLst>
      <p:ext uri="{BB962C8B-B14F-4D97-AF65-F5344CB8AC3E}">
        <p14:creationId xmlns:p14="http://schemas.microsoft.com/office/powerpoint/2010/main" val="1440085601"/>
      </p:ext>
    </p:extLst>
  </p:cSld>
</p:sld>
</file>

<file path=ppt/slides/slide8.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13" name="title">
            <a:extLst xmlns:a="http://schemas.openxmlformats.org/drawingml/2006/main">
              <a:ext uri="{FF2B5EF4-FFF2-40B4-BE49-F238E27FC236}">
                <a16:creationId xmlns:a16="http://schemas.microsoft.com/office/drawing/2014/main" id="{7D6F639E-652A-4866-9570-F2D26188D948}"/>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12C40"/>
                </a:solidFill>
                <a:latin typeface="Nimbus Sans"/>
                <a:ea typeface="Nimbus Sans"/>
                <a:cs typeface="Nimbus Sans"/>
              </a:defRPr>
            </a:defPPr>
            <a:lvl1pPr>
              <a:defRPr sz="3225" b="1">
                <a:solidFill>
                  <a:srgbClr val="112C40"/>
                </a:solidFill>
                <a:latin typeface="Nimbus Sans"/>
                <a:ea typeface="Nimbus Sans"/>
                <a:cs typeface="Nimbus Sans"/>
              </a:defRPr>
            </a:lvl1pPr>
            <a:lvl2pPr>
              <a:defRPr sz="3225" b="1">
                <a:solidFill>
                  <a:srgbClr val="112C40"/>
                </a:solidFill>
                <a:latin typeface="Nimbus Sans"/>
                <a:ea typeface="Nimbus Sans"/>
                <a:cs typeface="Nimbus Sans"/>
              </a:defRPr>
            </a:lvl2pPr>
            <a:lvl3pPr>
              <a:defRPr sz="3225" b="1">
                <a:solidFill>
                  <a:srgbClr val="112C40"/>
                </a:solidFill>
                <a:latin typeface="Nimbus Sans"/>
                <a:ea typeface="Nimbus Sans"/>
                <a:cs typeface="Nimbus Sans"/>
              </a:defRPr>
            </a:lvl3pPr>
            <a:lvl4pPr>
              <a:defRPr sz="3225" b="1">
                <a:solidFill>
                  <a:srgbClr val="112C40"/>
                </a:solidFill>
                <a:latin typeface="Nimbus Sans"/>
                <a:ea typeface="Nimbus Sans"/>
                <a:cs typeface="Nimbus Sans"/>
              </a:defRPr>
            </a:lvl4pPr>
            <a:lvl5pPr>
              <a:defRPr sz="3225" b="1">
                <a:solidFill>
                  <a:srgbClr val="112C40"/>
                </a:solidFill>
                <a:latin typeface="Nimbus Sans"/>
                <a:ea typeface="Nimbus Sans"/>
                <a:cs typeface="Nimbus Sans"/>
              </a:defRPr>
            </a:lvl5pPr>
            <a:lvl6pPr>
              <a:defRPr sz="3225" b="1">
                <a:solidFill>
                  <a:srgbClr val="112C40"/>
                </a:solidFill>
                <a:latin typeface="Nimbus Sans"/>
                <a:ea typeface="Nimbus Sans"/>
                <a:cs typeface="Nimbus Sans"/>
              </a:defRPr>
            </a:lvl6pPr>
            <a:lvl7pPr>
              <a:defRPr sz="3225" b="1">
                <a:solidFill>
                  <a:srgbClr val="112C40"/>
                </a:solidFill>
                <a:latin typeface="Nimbus Sans"/>
                <a:ea typeface="Nimbus Sans"/>
                <a:cs typeface="Nimbus Sans"/>
              </a:defRPr>
            </a:lvl7pPr>
            <a:lvl8pPr>
              <a:defRPr sz="3225" b="1">
                <a:solidFill>
                  <a:srgbClr val="112C40"/>
                </a:solidFill>
                <a:latin typeface="Nimbus Sans"/>
                <a:ea typeface="Nimbus Sans"/>
                <a:cs typeface="Nimbus Sans"/>
              </a:defRPr>
            </a:lvl8pPr>
            <a:lvl9pPr>
              <a:defRPr sz="3225" b="1">
                <a:solidFill>
                  <a:srgbClr val="112C40"/>
                </a:solidFill>
                <a:latin typeface="Nimbus Sans"/>
                <a:ea typeface="Nimbus Sans"/>
                <a:cs typeface="Nimbus Sans"/>
              </a:defRPr>
            </a:lvl9pPr>
          </a:lstStyle>
          <a:p xmlns:a="http://schemas.openxmlformats.org/drawingml/2006/main">
            <a:pPr>
              <a:defRPr sz="3225" b="1">
                <a:solidFill>
                  <a:srgbClr val="112C40"/>
                </a:solidFill>
                <a:latin typeface="Nimbus Sans"/>
                <a:ea typeface="Nimbus Sans"/>
                <a:cs typeface="Nimbus Sans"/>
              </a:defRPr>
            </a:pPr>
            <a:r>
              <a:rPr sz="3225" b="1">
                <a:solidFill>
                  <a:srgbClr val="112C40"/>
                </a:solidFill>
                <a:latin typeface="Nimbus Sans"/>
                <a:ea typeface="Nimbus Sans"/>
                <a:cs typeface="Nimbus Sans"/>
              </a:rPr>
              <a:t>Commercial value requires a reproducible mechanism</a:t>
            </a:r>
          </a:p>
        </p:txBody>
      </p:sp>
      <p:sp>
        <p:nvSpPr>
          <p:cNvPr id="2" name="rule">
            <a:extLst xmlns:a="http://schemas.openxmlformats.org/drawingml/2006/main">
              <a:ext uri="{FF2B5EF4-FFF2-40B4-BE49-F238E27FC236}">
                <a16:creationId xmlns:a16="http://schemas.microsoft.com/office/drawing/2014/main" id="{D5204DF7-36D3-4754-AA0B-456FAD269CEB}"/>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87E8B"/>
          </a:solidFill>
          <a:ln xmlns:a="http://schemas.openxmlformats.org/drawingml/2006/main" w="0">
            <a:noFill/>
            <a:prstDash val="solid"/>
          </a:ln>
        </p:spPr>
      </p:sp>
      <p:sp>
        <p:nvSpPr>
          <p:cNvPr id="3" name="footer">
            <a:extLst xmlns:a="http://schemas.openxmlformats.org/drawingml/2006/main">
              <a:ext uri="{FF2B5EF4-FFF2-40B4-BE49-F238E27FC236}">
                <a16:creationId xmlns:a16="http://schemas.microsoft.com/office/drawing/2014/main" id="{125F19B3-57C1-42A0-B1E3-5659E72ABE78}"/>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486171"/>
                </a:solidFill>
                <a:latin typeface="Nimbus Sans"/>
                <a:ea typeface="Nimbus Sans"/>
                <a:cs typeface="Nimbus Sans"/>
              </a:defRPr>
            </a:defPPr>
            <a:lvl1pPr>
              <a:defRPr sz="1125" b="0">
                <a:solidFill>
                  <a:srgbClr val="486171"/>
                </a:solidFill>
                <a:latin typeface="Nimbus Sans"/>
                <a:ea typeface="Nimbus Sans"/>
                <a:cs typeface="Nimbus Sans"/>
              </a:defRPr>
            </a:lvl1pPr>
            <a:lvl2pPr>
              <a:defRPr sz="1125" b="0">
                <a:solidFill>
                  <a:srgbClr val="486171"/>
                </a:solidFill>
                <a:latin typeface="Nimbus Sans"/>
                <a:ea typeface="Nimbus Sans"/>
                <a:cs typeface="Nimbus Sans"/>
              </a:defRPr>
            </a:lvl2pPr>
            <a:lvl3pPr>
              <a:defRPr sz="1125" b="0">
                <a:solidFill>
                  <a:srgbClr val="486171"/>
                </a:solidFill>
                <a:latin typeface="Nimbus Sans"/>
                <a:ea typeface="Nimbus Sans"/>
                <a:cs typeface="Nimbus Sans"/>
              </a:defRPr>
            </a:lvl3pPr>
            <a:lvl4pPr>
              <a:defRPr sz="1125" b="0">
                <a:solidFill>
                  <a:srgbClr val="486171"/>
                </a:solidFill>
                <a:latin typeface="Nimbus Sans"/>
                <a:ea typeface="Nimbus Sans"/>
                <a:cs typeface="Nimbus Sans"/>
              </a:defRPr>
            </a:lvl4pPr>
            <a:lvl5pPr>
              <a:defRPr sz="1125" b="0">
                <a:solidFill>
                  <a:srgbClr val="486171"/>
                </a:solidFill>
                <a:latin typeface="Nimbus Sans"/>
                <a:ea typeface="Nimbus Sans"/>
                <a:cs typeface="Nimbus Sans"/>
              </a:defRPr>
            </a:lvl5pPr>
            <a:lvl6pPr>
              <a:defRPr sz="1125" b="0">
                <a:solidFill>
                  <a:srgbClr val="486171"/>
                </a:solidFill>
                <a:latin typeface="Nimbus Sans"/>
                <a:ea typeface="Nimbus Sans"/>
                <a:cs typeface="Nimbus Sans"/>
              </a:defRPr>
            </a:lvl6pPr>
            <a:lvl7pPr>
              <a:defRPr sz="1125" b="0">
                <a:solidFill>
                  <a:srgbClr val="486171"/>
                </a:solidFill>
                <a:latin typeface="Nimbus Sans"/>
                <a:ea typeface="Nimbus Sans"/>
                <a:cs typeface="Nimbus Sans"/>
              </a:defRPr>
            </a:lvl7pPr>
            <a:lvl8pPr>
              <a:defRPr sz="1125" b="0">
                <a:solidFill>
                  <a:srgbClr val="486171"/>
                </a:solidFill>
                <a:latin typeface="Nimbus Sans"/>
                <a:ea typeface="Nimbus Sans"/>
                <a:cs typeface="Nimbus Sans"/>
              </a:defRPr>
            </a:lvl8pPr>
            <a:lvl9pPr>
              <a:defRPr sz="1125" b="0">
                <a:solidFill>
                  <a:srgbClr val="486171"/>
                </a:solidFill>
                <a:latin typeface="Nimbus Sans"/>
                <a:ea typeface="Nimbus Sans"/>
                <a:cs typeface="Nimbus Sans"/>
              </a:defRPr>
            </a:lvl9pPr>
          </a:lstStyle>
          <a:p xmlns:a="http://schemas.openxmlformats.org/drawingml/2006/main">
            <a:pPr>
              <a:defRPr sz="1125" b="0">
                <a:solidFill>
                  <a:srgbClr val="486171"/>
                </a:solidFill>
                <a:latin typeface="Nimbus Sans"/>
                <a:ea typeface="Nimbus Sans"/>
                <a:cs typeface="Nimbus Sans"/>
              </a:defRPr>
            </a:pPr>
            <a:r>
              <a:rPr sz="1125" b="0">
                <a:solidFill>
                  <a:srgbClr val="486171"/>
                </a:solidFill>
                <a:latin typeface="Nimbus Sans"/>
                <a:ea typeface="Nimbus Sans"/>
                <a:cs typeface="Nimbus Sans"/>
              </a:rPr>
              <a:t>White paper pp. 15–17, 19, 21</a:t>
            </a:r>
          </a:p>
        </p:txBody>
      </p:sp>
      <p:sp>
        <p:nvSpPr>
          <p:cNvPr id="4" name="page">
            <a:extLst xmlns:a="http://schemas.openxmlformats.org/drawingml/2006/main">
              <a:ext uri="{FF2B5EF4-FFF2-40B4-BE49-F238E27FC236}">
                <a16:creationId xmlns:a16="http://schemas.microsoft.com/office/drawing/2014/main" id="{75B3B0A7-7ADE-4742-82D9-BFAAB79652A2}"/>
              </a:ext>
            </a:extLst>
          </p:cNvPr>
          <p:cNvSpPr>
            <a:spLocks xmlns:a="http://schemas.openxmlformats.org/drawingml/2006/main" noGrp="1"/>
          </p:cNvSpPr>
          <p:nvPr/>
        </p:nvSpPr>
        <p:spPr>
          <a:xfrm xmlns:a="http://schemas.openxmlformats.org/drawingml/2006/main">
            <a:off x="11172825" y="6429375"/>
            <a:ext cx="4095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486171"/>
                </a:solidFill>
                <a:latin typeface="Nimbus Sans"/>
                <a:ea typeface="Nimbus Sans"/>
                <a:cs typeface="Nimbus Sans"/>
              </a:defRPr>
            </a:defPPr>
            <a:lvl1pPr>
              <a:defRPr sz="1125" b="0">
                <a:solidFill>
                  <a:srgbClr val="486171"/>
                </a:solidFill>
                <a:latin typeface="Nimbus Sans"/>
                <a:ea typeface="Nimbus Sans"/>
                <a:cs typeface="Nimbus Sans"/>
              </a:defRPr>
            </a:lvl1pPr>
            <a:lvl2pPr>
              <a:defRPr sz="1125" b="0">
                <a:solidFill>
                  <a:srgbClr val="486171"/>
                </a:solidFill>
                <a:latin typeface="Nimbus Sans"/>
                <a:ea typeface="Nimbus Sans"/>
                <a:cs typeface="Nimbus Sans"/>
              </a:defRPr>
            </a:lvl2pPr>
            <a:lvl3pPr>
              <a:defRPr sz="1125" b="0">
                <a:solidFill>
                  <a:srgbClr val="486171"/>
                </a:solidFill>
                <a:latin typeface="Nimbus Sans"/>
                <a:ea typeface="Nimbus Sans"/>
                <a:cs typeface="Nimbus Sans"/>
              </a:defRPr>
            </a:lvl3pPr>
            <a:lvl4pPr>
              <a:defRPr sz="1125" b="0">
                <a:solidFill>
                  <a:srgbClr val="486171"/>
                </a:solidFill>
                <a:latin typeface="Nimbus Sans"/>
                <a:ea typeface="Nimbus Sans"/>
                <a:cs typeface="Nimbus Sans"/>
              </a:defRPr>
            </a:lvl4pPr>
            <a:lvl5pPr>
              <a:defRPr sz="1125" b="0">
                <a:solidFill>
                  <a:srgbClr val="486171"/>
                </a:solidFill>
                <a:latin typeface="Nimbus Sans"/>
                <a:ea typeface="Nimbus Sans"/>
                <a:cs typeface="Nimbus Sans"/>
              </a:defRPr>
            </a:lvl5pPr>
            <a:lvl6pPr>
              <a:defRPr sz="1125" b="0">
                <a:solidFill>
                  <a:srgbClr val="486171"/>
                </a:solidFill>
                <a:latin typeface="Nimbus Sans"/>
                <a:ea typeface="Nimbus Sans"/>
                <a:cs typeface="Nimbus Sans"/>
              </a:defRPr>
            </a:lvl6pPr>
            <a:lvl7pPr>
              <a:defRPr sz="1125" b="0">
                <a:solidFill>
                  <a:srgbClr val="486171"/>
                </a:solidFill>
                <a:latin typeface="Nimbus Sans"/>
                <a:ea typeface="Nimbus Sans"/>
                <a:cs typeface="Nimbus Sans"/>
              </a:defRPr>
            </a:lvl7pPr>
            <a:lvl8pPr>
              <a:defRPr sz="1125" b="0">
                <a:solidFill>
                  <a:srgbClr val="486171"/>
                </a:solidFill>
                <a:latin typeface="Nimbus Sans"/>
                <a:ea typeface="Nimbus Sans"/>
                <a:cs typeface="Nimbus Sans"/>
              </a:defRPr>
            </a:lvl8pPr>
            <a:lvl9pPr>
              <a:defRPr sz="1125" b="0">
                <a:solidFill>
                  <a:srgbClr val="486171"/>
                </a:solidFill>
                <a:latin typeface="Nimbus Sans"/>
                <a:ea typeface="Nimbus Sans"/>
                <a:cs typeface="Nimbus Sans"/>
              </a:defRPr>
            </a:lvl9pPr>
          </a:lstStyle>
          <a:p xmlns:a="http://schemas.openxmlformats.org/drawingml/2006/main">
            <a:pPr>
              <a:defRPr sz="1125" b="0">
                <a:solidFill>
                  <a:srgbClr val="486171"/>
                </a:solidFill>
                <a:latin typeface="Nimbus Sans"/>
                <a:ea typeface="Nimbus Sans"/>
                <a:cs typeface="Nimbus Sans"/>
              </a:defRPr>
            </a:pPr>
            <a:r>
              <a:rPr sz="1125" b="0">
                <a:solidFill>
                  <a:srgbClr val="486171"/>
                </a:solidFill>
                <a:latin typeface="Nimbus Sans"/>
                <a:ea typeface="Nimbus Sans"/>
                <a:cs typeface="Nimbus Sans"/>
              </a:rPr>
              <a:t>8</a:t>
            </a:r>
          </a:p>
        </p:txBody>
      </p:sp>
      <p:sp>
        <p:nvSpPr>
          <p:cNvPr id="5" name="row-0-label">
            <a:extLst xmlns:a="http://schemas.openxmlformats.org/drawingml/2006/main">
              <a:ext uri="{FF2B5EF4-FFF2-40B4-BE49-F238E27FC236}">
                <a16:creationId xmlns:a16="http://schemas.microsoft.com/office/drawing/2014/main" id="{4EFA7803-F0F8-45E0-821B-54AD56874344}"/>
              </a:ext>
            </a:extLst>
          </p:cNvPr>
          <p:cNvSpPr>
            <a:spLocks xmlns:a="http://schemas.openxmlformats.org/drawingml/2006/main" noGrp="1"/>
          </p:cNvSpPr>
          <p:nvPr/>
        </p:nvSpPr>
        <p:spPr>
          <a:xfrm xmlns:a="http://schemas.openxmlformats.org/drawingml/2006/main">
            <a:off x="609600" y="1771650"/>
            <a:ext cx="2857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087E8B"/>
                </a:solidFill>
                <a:latin typeface="Nimbus Sans"/>
                <a:ea typeface="Nimbus Sans"/>
                <a:cs typeface="Nimbus Sans"/>
              </a:defRPr>
            </a:defPPr>
            <a:lvl1pPr>
              <a:defRPr sz="2025" b="1">
                <a:solidFill>
                  <a:srgbClr val="087E8B"/>
                </a:solidFill>
                <a:latin typeface="Nimbus Sans"/>
                <a:ea typeface="Nimbus Sans"/>
                <a:cs typeface="Nimbus Sans"/>
              </a:defRPr>
            </a:lvl1pPr>
            <a:lvl2pPr>
              <a:defRPr sz="2025" b="1">
                <a:solidFill>
                  <a:srgbClr val="087E8B"/>
                </a:solidFill>
                <a:latin typeface="Nimbus Sans"/>
                <a:ea typeface="Nimbus Sans"/>
                <a:cs typeface="Nimbus Sans"/>
              </a:defRPr>
            </a:lvl2pPr>
            <a:lvl3pPr>
              <a:defRPr sz="2025" b="1">
                <a:solidFill>
                  <a:srgbClr val="087E8B"/>
                </a:solidFill>
                <a:latin typeface="Nimbus Sans"/>
                <a:ea typeface="Nimbus Sans"/>
                <a:cs typeface="Nimbus Sans"/>
              </a:defRPr>
            </a:lvl3pPr>
            <a:lvl4pPr>
              <a:defRPr sz="2025" b="1">
                <a:solidFill>
                  <a:srgbClr val="087E8B"/>
                </a:solidFill>
                <a:latin typeface="Nimbus Sans"/>
                <a:ea typeface="Nimbus Sans"/>
                <a:cs typeface="Nimbus Sans"/>
              </a:defRPr>
            </a:lvl4pPr>
            <a:lvl5pPr>
              <a:defRPr sz="2025" b="1">
                <a:solidFill>
                  <a:srgbClr val="087E8B"/>
                </a:solidFill>
                <a:latin typeface="Nimbus Sans"/>
                <a:ea typeface="Nimbus Sans"/>
                <a:cs typeface="Nimbus Sans"/>
              </a:defRPr>
            </a:lvl5pPr>
            <a:lvl6pPr>
              <a:defRPr sz="2025" b="1">
                <a:solidFill>
                  <a:srgbClr val="087E8B"/>
                </a:solidFill>
                <a:latin typeface="Nimbus Sans"/>
                <a:ea typeface="Nimbus Sans"/>
                <a:cs typeface="Nimbus Sans"/>
              </a:defRPr>
            </a:lvl6pPr>
            <a:lvl7pPr>
              <a:defRPr sz="2025" b="1">
                <a:solidFill>
                  <a:srgbClr val="087E8B"/>
                </a:solidFill>
                <a:latin typeface="Nimbus Sans"/>
                <a:ea typeface="Nimbus Sans"/>
                <a:cs typeface="Nimbus Sans"/>
              </a:defRPr>
            </a:lvl7pPr>
            <a:lvl8pPr>
              <a:defRPr sz="2025" b="1">
                <a:solidFill>
                  <a:srgbClr val="087E8B"/>
                </a:solidFill>
                <a:latin typeface="Nimbus Sans"/>
                <a:ea typeface="Nimbus Sans"/>
                <a:cs typeface="Nimbus Sans"/>
              </a:defRPr>
            </a:lvl8pPr>
            <a:lvl9pPr>
              <a:defRPr sz="2025" b="1">
                <a:solidFill>
                  <a:srgbClr val="087E8B"/>
                </a:solidFill>
                <a:latin typeface="Nimbus Sans"/>
                <a:ea typeface="Nimbus Sans"/>
                <a:cs typeface="Nimbus Sans"/>
              </a:defRPr>
            </a:lvl9pPr>
          </a:lstStyle>
          <a:p xmlns:a="http://schemas.openxmlformats.org/drawingml/2006/main">
            <a:pPr>
              <a:defRPr sz="2025" b="1">
                <a:solidFill>
                  <a:srgbClr val="087E8B"/>
                </a:solidFill>
                <a:latin typeface="Nimbus Sans"/>
                <a:ea typeface="Nimbus Sans"/>
                <a:cs typeface="Nimbus Sans"/>
              </a:defRPr>
            </a:pPr>
            <a:r>
              <a:rPr sz="2025" b="1">
                <a:solidFill>
                  <a:srgbClr val="087E8B"/>
                </a:solidFill>
                <a:latin typeface="Nimbus Sans"/>
                <a:ea typeface="Nimbus Sans"/>
                <a:cs typeface="Nimbus Sans"/>
              </a:rPr>
              <a:t>Proposed first route</a:t>
            </a:r>
          </a:p>
        </p:txBody>
      </p:sp>
      <p:sp>
        <p:nvSpPr>
          <p:cNvPr id="6" name="row-0-body">
            <a:extLst xmlns:a="http://schemas.openxmlformats.org/drawingml/2006/main">
              <a:ext uri="{FF2B5EF4-FFF2-40B4-BE49-F238E27FC236}">
                <a16:creationId xmlns:a16="http://schemas.microsoft.com/office/drawing/2014/main" id="{D79C3D04-8C8F-4B3E-A9F7-0A46FC355A0B}"/>
              </a:ext>
            </a:extLst>
          </p:cNvPr>
          <p:cNvSpPr>
            <a:spLocks xmlns:a="http://schemas.openxmlformats.org/drawingml/2006/main" noGrp="1"/>
          </p:cNvSpPr>
          <p:nvPr/>
        </p:nvSpPr>
        <p:spPr>
          <a:xfrm xmlns:a="http://schemas.openxmlformats.org/drawingml/2006/main">
            <a:off x="3752850" y="1771650"/>
            <a:ext cx="77914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12C40"/>
                </a:solidFill>
                <a:latin typeface="Nimbus Sans"/>
                <a:ea typeface="Nimbus Sans"/>
                <a:cs typeface="Nimbus Sans"/>
              </a:defRPr>
            </a:defPPr>
            <a:lvl1pPr>
              <a:defRPr sz="1950" b="0">
                <a:solidFill>
                  <a:srgbClr val="112C40"/>
                </a:solidFill>
                <a:latin typeface="Nimbus Sans"/>
                <a:ea typeface="Nimbus Sans"/>
                <a:cs typeface="Nimbus Sans"/>
              </a:defRPr>
            </a:lvl1pPr>
            <a:lvl2pPr>
              <a:defRPr sz="1950" b="0">
                <a:solidFill>
                  <a:srgbClr val="112C40"/>
                </a:solidFill>
                <a:latin typeface="Nimbus Sans"/>
                <a:ea typeface="Nimbus Sans"/>
                <a:cs typeface="Nimbus Sans"/>
              </a:defRPr>
            </a:lvl2pPr>
            <a:lvl3pPr>
              <a:defRPr sz="1950" b="0">
                <a:solidFill>
                  <a:srgbClr val="112C40"/>
                </a:solidFill>
                <a:latin typeface="Nimbus Sans"/>
                <a:ea typeface="Nimbus Sans"/>
                <a:cs typeface="Nimbus Sans"/>
              </a:defRPr>
            </a:lvl3pPr>
            <a:lvl4pPr>
              <a:defRPr sz="1950" b="0">
                <a:solidFill>
                  <a:srgbClr val="112C40"/>
                </a:solidFill>
                <a:latin typeface="Nimbus Sans"/>
                <a:ea typeface="Nimbus Sans"/>
                <a:cs typeface="Nimbus Sans"/>
              </a:defRPr>
            </a:lvl4pPr>
            <a:lvl5pPr>
              <a:defRPr sz="1950" b="0">
                <a:solidFill>
                  <a:srgbClr val="112C40"/>
                </a:solidFill>
                <a:latin typeface="Nimbus Sans"/>
                <a:ea typeface="Nimbus Sans"/>
                <a:cs typeface="Nimbus Sans"/>
              </a:defRPr>
            </a:lvl5pPr>
            <a:lvl6pPr>
              <a:defRPr sz="1950" b="0">
                <a:solidFill>
                  <a:srgbClr val="112C40"/>
                </a:solidFill>
                <a:latin typeface="Nimbus Sans"/>
                <a:ea typeface="Nimbus Sans"/>
                <a:cs typeface="Nimbus Sans"/>
              </a:defRPr>
            </a:lvl6pPr>
            <a:lvl7pPr>
              <a:defRPr sz="1950" b="0">
                <a:solidFill>
                  <a:srgbClr val="112C40"/>
                </a:solidFill>
                <a:latin typeface="Nimbus Sans"/>
                <a:ea typeface="Nimbus Sans"/>
                <a:cs typeface="Nimbus Sans"/>
              </a:defRPr>
            </a:lvl7pPr>
            <a:lvl8pPr>
              <a:defRPr sz="1950" b="0">
                <a:solidFill>
                  <a:srgbClr val="112C40"/>
                </a:solidFill>
                <a:latin typeface="Nimbus Sans"/>
                <a:ea typeface="Nimbus Sans"/>
                <a:cs typeface="Nimbus Sans"/>
              </a:defRPr>
            </a:lvl8pPr>
            <a:lvl9pPr>
              <a:defRPr sz="1950" b="0">
                <a:solidFill>
                  <a:srgbClr val="112C40"/>
                </a:solidFill>
                <a:latin typeface="Nimbus Sans"/>
                <a:ea typeface="Nimbus Sans"/>
                <a:cs typeface="Nimbus Sans"/>
              </a:defRPr>
            </a:lvl9pPr>
          </a:lstStyle>
          <a:p xmlns:a="http://schemas.openxmlformats.org/drawingml/2006/main">
            <a:pPr>
              <a:defRPr sz="1950" b="0">
                <a:solidFill>
                  <a:srgbClr val="112C40"/>
                </a:solidFill>
                <a:latin typeface="Nimbus Sans"/>
                <a:ea typeface="Nimbus Sans"/>
                <a:cs typeface="Nimbus Sans"/>
              </a:defRPr>
            </a:pPr>
            <a:r>
              <a:rPr sz="1950" b="0">
                <a:solidFill>
                  <a:srgbClr val="112C40"/>
                </a:solidFill>
                <a:latin typeface="Nimbus Sans"/>
                <a:ea typeface="Nimbus Sans"/>
                <a:cs typeface="Nimbus Sans"/>
              </a:rPr>
              <a:t>A defined research collaboration or mechanism option with a biotech or pharmaceutical partner.</a:t>
            </a:r>
          </a:p>
        </p:txBody>
      </p:sp>
      <p:sp>
        <p:nvSpPr>
          <p:cNvPr id="7" name="row-1-label">
            <a:extLst xmlns:a="http://schemas.openxmlformats.org/drawingml/2006/main">
              <a:ext uri="{FF2B5EF4-FFF2-40B4-BE49-F238E27FC236}">
                <a16:creationId xmlns:a16="http://schemas.microsoft.com/office/drawing/2014/main" id="{F367110C-9B88-4320-97C2-8D53F2E27C7A}"/>
              </a:ext>
            </a:extLst>
          </p:cNvPr>
          <p:cNvSpPr>
            <a:spLocks xmlns:a="http://schemas.openxmlformats.org/drawingml/2006/main" noGrp="1"/>
          </p:cNvSpPr>
          <p:nvPr/>
        </p:nvSpPr>
        <p:spPr>
          <a:xfrm xmlns:a="http://schemas.openxmlformats.org/drawingml/2006/main">
            <a:off x="609600" y="2771775"/>
            <a:ext cx="2857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087E8B"/>
                </a:solidFill>
                <a:latin typeface="Nimbus Sans"/>
                <a:ea typeface="Nimbus Sans"/>
                <a:cs typeface="Nimbus Sans"/>
              </a:defRPr>
            </a:defPPr>
            <a:lvl1pPr>
              <a:defRPr sz="2025" b="1">
                <a:solidFill>
                  <a:srgbClr val="087E8B"/>
                </a:solidFill>
                <a:latin typeface="Nimbus Sans"/>
                <a:ea typeface="Nimbus Sans"/>
                <a:cs typeface="Nimbus Sans"/>
              </a:defRPr>
            </a:lvl1pPr>
            <a:lvl2pPr>
              <a:defRPr sz="2025" b="1">
                <a:solidFill>
                  <a:srgbClr val="087E8B"/>
                </a:solidFill>
                <a:latin typeface="Nimbus Sans"/>
                <a:ea typeface="Nimbus Sans"/>
                <a:cs typeface="Nimbus Sans"/>
              </a:defRPr>
            </a:lvl2pPr>
            <a:lvl3pPr>
              <a:defRPr sz="2025" b="1">
                <a:solidFill>
                  <a:srgbClr val="087E8B"/>
                </a:solidFill>
                <a:latin typeface="Nimbus Sans"/>
                <a:ea typeface="Nimbus Sans"/>
                <a:cs typeface="Nimbus Sans"/>
              </a:defRPr>
            </a:lvl3pPr>
            <a:lvl4pPr>
              <a:defRPr sz="2025" b="1">
                <a:solidFill>
                  <a:srgbClr val="087E8B"/>
                </a:solidFill>
                <a:latin typeface="Nimbus Sans"/>
                <a:ea typeface="Nimbus Sans"/>
                <a:cs typeface="Nimbus Sans"/>
              </a:defRPr>
            </a:lvl4pPr>
            <a:lvl5pPr>
              <a:defRPr sz="2025" b="1">
                <a:solidFill>
                  <a:srgbClr val="087E8B"/>
                </a:solidFill>
                <a:latin typeface="Nimbus Sans"/>
                <a:ea typeface="Nimbus Sans"/>
                <a:cs typeface="Nimbus Sans"/>
              </a:defRPr>
            </a:lvl5pPr>
            <a:lvl6pPr>
              <a:defRPr sz="2025" b="1">
                <a:solidFill>
                  <a:srgbClr val="087E8B"/>
                </a:solidFill>
                <a:latin typeface="Nimbus Sans"/>
                <a:ea typeface="Nimbus Sans"/>
                <a:cs typeface="Nimbus Sans"/>
              </a:defRPr>
            </a:lvl6pPr>
            <a:lvl7pPr>
              <a:defRPr sz="2025" b="1">
                <a:solidFill>
                  <a:srgbClr val="087E8B"/>
                </a:solidFill>
                <a:latin typeface="Nimbus Sans"/>
                <a:ea typeface="Nimbus Sans"/>
                <a:cs typeface="Nimbus Sans"/>
              </a:defRPr>
            </a:lvl7pPr>
            <a:lvl8pPr>
              <a:defRPr sz="2025" b="1">
                <a:solidFill>
                  <a:srgbClr val="087E8B"/>
                </a:solidFill>
                <a:latin typeface="Nimbus Sans"/>
                <a:ea typeface="Nimbus Sans"/>
                <a:cs typeface="Nimbus Sans"/>
              </a:defRPr>
            </a:lvl8pPr>
            <a:lvl9pPr>
              <a:defRPr sz="2025" b="1">
                <a:solidFill>
                  <a:srgbClr val="087E8B"/>
                </a:solidFill>
                <a:latin typeface="Nimbus Sans"/>
                <a:ea typeface="Nimbus Sans"/>
                <a:cs typeface="Nimbus Sans"/>
              </a:defRPr>
            </a:lvl9pPr>
          </a:lstStyle>
          <a:p xmlns:a="http://schemas.openxmlformats.org/drawingml/2006/main">
            <a:pPr>
              <a:defRPr sz="2025" b="1">
                <a:solidFill>
                  <a:srgbClr val="087E8B"/>
                </a:solidFill>
                <a:latin typeface="Nimbus Sans"/>
                <a:ea typeface="Nimbus Sans"/>
                <a:cs typeface="Nimbus Sans"/>
              </a:defRPr>
            </a:pPr>
            <a:r>
              <a:rPr sz="2025" b="1">
                <a:solidFill>
                  <a:srgbClr val="087E8B"/>
                </a:solidFill>
                <a:latin typeface="Nimbus Sans"/>
                <a:ea typeface="Nimbus Sans"/>
                <a:cs typeface="Nimbus Sans"/>
              </a:rPr>
              <a:t>Asset for partner diligence</a:t>
            </a:r>
          </a:p>
        </p:txBody>
      </p:sp>
      <p:sp>
        <p:nvSpPr>
          <p:cNvPr id="8" name="row-1-body">
            <a:extLst xmlns:a="http://schemas.openxmlformats.org/drawingml/2006/main">
              <a:ext uri="{FF2B5EF4-FFF2-40B4-BE49-F238E27FC236}">
                <a16:creationId xmlns:a16="http://schemas.microsoft.com/office/drawing/2014/main" id="{4537792D-24F3-4EB8-A1B4-A9C1F26B2033}"/>
              </a:ext>
            </a:extLst>
          </p:cNvPr>
          <p:cNvSpPr>
            <a:spLocks xmlns:a="http://schemas.openxmlformats.org/drawingml/2006/main" noGrp="1"/>
          </p:cNvSpPr>
          <p:nvPr/>
        </p:nvSpPr>
        <p:spPr>
          <a:xfrm xmlns:a="http://schemas.openxmlformats.org/drawingml/2006/main">
            <a:off x="3752850" y="2771775"/>
            <a:ext cx="77914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12C40"/>
                </a:solidFill>
                <a:latin typeface="Nimbus Sans"/>
                <a:ea typeface="Nimbus Sans"/>
                <a:cs typeface="Nimbus Sans"/>
              </a:defRPr>
            </a:defPPr>
            <a:lvl1pPr>
              <a:defRPr sz="1950" b="0">
                <a:solidFill>
                  <a:srgbClr val="112C40"/>
                </a:solidFill>
                <a:latin typeface="Nimbus Sans"/>
                <a:ea typeface="Nimbus Sans"/>
                <a:cs typeface="Nimbus Sans"/>
              </a:defRPr>
            </a:lvl1pPr>
            <a:lvl2pPr>
              <a:defRPr sz="1950" b="0">
                <a:solidFill>
                  <a:srgbClr val="112C40"/>
                </a:solidFill>
                <a:latin typeface="Nimbus Sans"/>
                <a:ea typeface="Nimbus Sans"/>
                <a:cs typeface="Nimbus Sans"/>
              </a:defRPr>
            </a:lvl2pPr>
            <a:lvl3pPr>
              <a:defRPr sz="1950" b="0">
                <a:solidFill>
                  <a:srgbClr val="112C40"/>
                </a:solidFill>
                <a:latin typeface="Nimbus Sans"/>
                <a:ea typeface="Nimbus Sans"/>
                <a:cs typeface="Nimbus Sans"/>
              </a:defRPr>
            </a:lvl3pPr>
            <a:lvl4pPr>
              <a:defRPr sz="1950" b="0">
                <a:solidFill>
                  <a:srgbClr val="112C40"/>
                </a:solidFill>
                <a:latin typeface="Nimbus Sans"/>
                <a:ea typeface="Nimbus Sans"/>
                <a:cs typeface="Nimbus Sans"/>
              </a:defRPr>
            </a:lvl4pPr>
            <a:lvl5pPr>
              <a:defRPr sz="1950" b="0">
                <a:solidFill>
                  <a:srgbClr val="112C40"/>
                </a:solidFill>
                <a:latin typeface="Nimbus Sans"/>
                <a:ea typeface="Nimbus Sans"/>
                <a:cs typeface="Nimbus Sans"/>
              </a:defRPr>
            </a:lvl5pPr>
            <a:lvl6pPr>
              <a:defRPr sz="1950" b="0">
                <a:solidFill>
                  <a:srgbClr val="112C40"/>
                </a:solidFill>
                <a:latin typeface="Nimbus Sans"/>
                <a:ea typeface="Nimbus Sans"/>
                <a:cs typeface="Nimbus Sans"/>
              </a:defRPr>
            </a:lvl6pPr>
            <a:lvl7pPr>
              <a:defRPr sz="1950" b="0">
                <a:solidFill>
                  <a:srgbClr val="112C40"/>
                </a:solidFill>
                <a:latin typeface="Nimbus Sans"/>
                <a:ea typeface="Nimbus Sans"/>
                <a:cs typeface="Nimbus Sans"/>
              </a:defRPr>
            </a:lvl7pPr>
            <a:lvl8pPr>
              <a:defRPr sz="1950" b="0">
                <a:solidFill>
                  <a:srgbClr val="112C40"/>
                </a:solidFill>
                <a:latin typeface="Nimbus Sans"/>
                <a:ea typeface="Nimbus Sans"/>
                <a:cs typeface="Nimbus Sans"/>
              </a:defRPr>
            </a:lvl8pPr>
            <a:lvl9pPr>
              <a:defRPr sz="1950" b="0">
                <a:solidFill>
                  <a:srgbClr val="112C40"/>
                </a:solidFill>
                <a:latin typeface="Nimbus Sans"/>
                <a:ea typeface="Nimbus Sans"/>
                <a:cs typeface="Nimbus Sans"/>
              </a:defRPr>
            </a:lvl9pPr>
          </a:lstStyle>
          <a:p xmlns:a="http://schemas.openxmlformats.org/drawingml/2006/main">
            <a:pPr>
              <a:defRPr sz="1950" b="0">
                <a:solidFill>
                  <a:srgbClr val="112C40"/>
                </a:solidFill>
                <a:latin typeface="Nimbus Sans"/>
                <a:ea typeface="Nimbus Sans"/>
                <a:cs typeface="Nimbus Sans"/>
              </a:defRPr>
            </a:pPr>
            <a:r>
              <a:rPr sz="1950" b="0">
                <a:solidFill>
                  <a:srgbClr val="112C40"/>
                </a:solidFill>
                <a:latin typeface="Nimbus Sans"/>
                <a:ea typeface="Nimbus Sans"/>
                <a:cs typeface="Nimbus Sans"/>
              </a:rPr>
              <a:t>Replicated functional benefit, delivery feasibility, a defined development path and assignable rights.</a:t>
            </a:r>
          </a:p>
        </p:txBody>
      </p:sp>
      <p:sp>
        <p:nvSpPr>
          <p:cNvPr id="9" name="row-2-label">
            <a:extLst xmlns:a="http://schemas.openxmlformats.org/drawingml/2006/main">
              <a:ext uri="{FF2B5EF4-FFF2-40B4-BE49-F238E27FC236}">
                <a16:creationId xmlns:a16="http://schemas.microsoft.com/office/drawing/2014/main" id="{7C7B0A8D-1370-4D60-85BA-15DB6E4843D1}"/>
              </a:ext>
            </a:extLst>
          </p:cNvPr>
          <p:cNvSpPr>
            <a:spLocks xmlns:a="http://schemas.openxmlformats.org/drawingml/2006/main" noGrp="1"/>
          </p:cNvSpPr>
          <p:nvPr/>
        </p:nvSpPr>
        <p:spPr>
          <a:xfrm xmlns:a="http://schemas.openxmlformats.org/drawingml/2006/main">
            <a:off x="609600" y="3771900"/>
            <a:ext cx="2857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087E8B"/>
                </a:solidFill>
                <a:latin typeface="Nimbus Sans"/>
                <a:ea typeface="Nimbus Sans"/>
                <a:cs typeface="Nimbus Sans"/>
              </a:defRPr>
            </a:defPPr>
            <a:lvl1pPr>
              <a:defRPr sz="2025" b="1">
                <a:solidFill>
                  <a:srgbClr val="087E8B"/>
                </a:solidFill>
                <a:latin typeface="Nimbus Sans"/>
                <a:ea typeface="Nimbus Sans"/>
                <a:cs typeface="Nimbus Sans"/>
              </a:defRPr>
            </a:lvl1pPr>
            <a:lvl2pPr>
              <a:defRPr sz="2025" b="1">
                <a:solidFill>
                  <a:srgbClr val="087E8B"/>
                </a:solidFill>
                <a:latin typeface="Nimbus Sans"/>
                <a:ea typeface="Nimbus Sans"/>
                <a:cs typeface="Nimbus Sans"/>
              </a:defRPr>
            </a:lvl2pPr>
            <a:lvl3pPr>
              <a:defRPr sz="2025" b="1">
                <a:solidFill>
                  <a:srgbClr val="087E8B"/>
                </a:solidFill>
                <a:latin typeface="Nimbus Sans"/>
                <a:ea typeface="Nimbus Sans"/>
                <a:cs typeface="Nimbus Sans"/>
              </a:defRPr>
            </a:lvl3pPr>
            <a:lvl4pPr>
              <a:defRPr sz="2025" b="1">
                <a:solidFill>
                  <a:srgbClr val="087E8B"/>
                </a:solidFill>
                <a:latin typeface="Nimbus Sans"/>
                <a:ea typeface="Nimbus Sans"/>
                <a:cs typeface="Nimbus Sans"/>
              </a:defRPr>
            </a:lvl4pPr>
            <a:lvl5pPr>
              <a:defRPr sz="2025" b="1">
                <a:solidFill>
                  <a:srgbClr val="087E8B"/>
                </a:solidFill>
                <a:latin typeface="Nimbus Sans"/>
                <a:ea typeface="Nimbus Sans"/>
                <a:cs typeface="Nimbus Sans"/>
              </a:defRPr>
            </a:lvl5pPr>
            <a:lvl6pPr>
              <a:defRPr sz="2025" b="1">
                <a:solidFill>
                  <a:srgbClr val="087E8B"/>
                </a:solidFill>
                <a:latin typeface="Nimbus Sans"/>
                <a:ea typeface="Nimbus Sans"/>
                <a:cs typeface="Nimbus Sans"/>
              </a:defRPr>
            </a:lvl6pPr>
            <a:lvl7pPr>
              <a:defRPr sz="2025" b="1">
                <a:solidFill>
                  <a:srgbClr val="087E8B"/>
                </a:solidFill>
                <a:latin typeface="Nimbus Sans"/>
                <a:ea typeface="Nimbus Sans"/>
                <a:cs typeface="Nimbus Sans"/>
              </a:defRPr>
            </a:lvl7pPr>
            <a:lvl8pPr>
              <a:defRPr sz="2025" b="1">
                <a:solidFill>
                  <a:srgbClr val="087E8B"/>
                </a:solidFill>
                <a:latin typeface="Nimbus Sans"/>
                <a:ea typeface="Nimbus Sans"/>
                <a:cs typeface="Nimbus Sans"/>
              </a:defRPr>
            </a:lvl8pPr>
            <a:lvl9pPr>
              <a:defRPr sz="2025" b="1">
                <a:solidFill>
                  <a:srgbClr val="087E8B"/>
                </a:solidFill>
                <a:latin typeface="Nimbus Sans"/>
                <a:ea typeface="Nimbus Sans"/>
                <a:cs typeface="Nimbus Sans"/>
              </a:defRPr>
            </a:lvl9pPr>
          </a:lstStyle>
          <a:p xmlns:a="http://schemas.openxmlformats.org/drawingml/2006/main">
            <a:pPr>
              <a:defRPr sz="2025" b="1">
                <a:solidFill>
                  <a:srgbClr val="087E8B"/>
                </a:solidFill>
                <a:latin typeface="Nimbus Sans"/>
                <a:ea typeface="Nimbus Sans"/>
                <a:cs typeface="Nimbus Sans"/>
              </a:defRPr>
            </a:pPr>
            <a:r>
              <a:rPr sz="2025" b="1">
                <a:solidFill>
                  <a:srgbClr val="087E8B"/>
                </a:solidFill>
                <a:latin typeface="Nimbus Sans"/>
                <a:ea typeface="Nimbus Sans"/>
                <a:cs typeface="Nimbus Sans"/>
              </a:rPr>
              <a:t>Potential data advantage</a:t>
            </a:r>
          </a:p>
        </p:txBody>
      </p:sp>
      <p:sp>
        <p:nvSpPr>
          <p:cNvPr id="10" name="row-2-body">
            <a:extLst xmlns:a="http://schemas.openxmlformats.org/drawingml/2006/main">
              <a:ext uri="{FF2B5EF4-FFF2-40B4-BE49-F238E27FC236}">
                <a16:creationId xmlns:a16="http://schemas.microsoft.com/office/drawing/2014/main" id="{57E703BE-D4E6-42F5-B37A-0E82778BA7DB}"/>
              </a:ext>
            </a:extLst>
          </p:cNvPr>
          <p:cNvSpPr>
            <a:spLocks xmlns:a="http://schemas.openxmlformats.org/drawingml/2006/main" noGrp="1"/>
          </p:cNvSpPr>
          <p:nvPr/>
        </p:nvSpPr>
        <p:spPr>
          <a:xfrm xmlns:a="http://schemas.openxmlformats.org/drawingml/2006/main">
            <a:off x="3752850" y="3771900"/>
            <a:ext cx="77914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12C40"/>
                </a:solidFill>
                <a:latin typeface="Nimbus Sans"/>
                <a:ea typeface="Nimbus Sans"/>
                <a:cs typeface="Nimbus Sans"/>
              </a:defRPr>
            </a:defPPr>
            <a:lvl1pPr>
              <a:defRPr sz="1950" b="0">
                <a:solidFill>
                  <a:srgbClr val="112C40"/>
                </a:solidFill>
                <a:latin typeface="Nimbus Sans"/>
                <a:ea typeface="Nimbus Sans"/>
                <a:cs typeface="Nimbus Sans"/>
              </a:defRPr>
            </a:lvl1pPr>
            <a:lvl2pPr>
              <a:defRPr sz="1950" b="0">
                <a:solidFill>
                  <a:srgbClr val="112C40"/>
                </a:solidFill>
                <a:latin typeface="Nimbus Sans"/>
                <a:ea typeface="Nimbus Sans"/>
                <a:cs typeface="Nimbus Sans"/>
              </a:defRPr>
            </a:lvl2pPr>
            <a:lvl3pPr>
              <a:defRPr sz="1950" b="0">
                <a:solidFill>
                  <a:srgbClr val="112C40"/>
                </a:solidFill>
                <a:latin typeface="Nimbus Sans"/>
                <a:ea typeface="Nimbus Sans"/>
                <a:cs typeface="Nimbus Sans"/>
              </a:defRPr>
            </a:lvl3pPr>
            <a:lvl4pPr>
              <a:defRPr sz="1950" b="0">
                <a:solidFill>
                  <a:srgbClr val="112C40"/>
                </a:solidFill>
                <a:latin typeface="Nimbus Sans"/>
                <a:ea typeface="Nimbus Sans"/>
                <a:cs typeface="Nimbus Sans"/>
              </a:defRPr>
            </a:lvl4pPr>
            <a:lvl5pPr>
              <a:defRPr sz="1950" b="0">
                <a:solidFill>
                  <a:srgbClr val="112C40"/>
                </a:solidFill>
                <a:latin typeface="Nimbus Sans"/>
                <a:ea typeface="Nimbus Sans"/>
                <a:cs typeface="Nimbus Sans"/>
              </a:defRPr>
            </a:lvl5pPr>
            <a:lvl6pPr>
              <a:defRPr sz="1950" b="0">
                <a:solidFill>
                  <a:srgbClr val="112C40"/>
                </a:solidFill>
                <a:latin typeface="Nimbus Sans"/>
                <a:ea typeface="Nimbus Sans"/>
                <a:cs typeface="Nimbus Sans"/>
              </a:defRPr>
            </a:lvl6pPr>
            <a:lvl7pPr>
              <a:defRPr sz="1950" b="0">
                <a:solidFill>
                  <a:srgbClr val="112C40"/>
                </a:solidFill>
                <a:latin typeface="Nimbus Sans"/>
                <a:ea typeface="Nimbus Sans"/>
                <a:cs typeface="Nimbus Sans"/>
              </a:defRPr>
            </a:lvl7pPr>
            <a:lvl8pPr>
              <a:defRPr sz="1950" b="0">
                <a:solidFill>
                  <a:srgbClr val="112C40"/>
                </a:solidFill>
                <a:latin typeface="Nimbus Sans"/>
                <a:ea typeface="Nimbus Sans"/>
                <a:cs typeface="Nimbus Sans"/>
              </a:defRPr>
            </a:lvl8pPr>
            <a:lvl9pPr>
              <a:defRPr sz="1950" b="0">
                <a:solidFill>
                  <a:srgbClr val="112C40"/>
                </a:solidFill>
                <a:latin typeface="Nimbus Sans"/>
                <a:ea typeface="Nimbus Sans"/>
                <a:cs typeface="Nimbus Sans"/>
              </a:defRPr>
            </a:lvl9pPr>
          </a:lstStyle>
          <a:p xmlns:a="http://schemas.openxmlformats.org/drawingml/2006/main">
            <a:pPr>
              <a:defRPr sz="1950" b="0">
                <a:solidFill>
                  <a:srgbClr val="112C40"/>
                </a:solidFill>
                <a:latin typeface="Nimbus Sans"/>
                <a:ea typeface="Nimbus Sans"/>
                <a:cs typeface="Nimbus Sans"/>
              </a:defRPr>
            </a:pPr>
            <a:r>
              <a:rPr sz="1950" b="0">
                <a:solidFill>
                  <a:srgbClr val="112C40"/>
                </a:solidFill>
                <a:latin typeface="Nimbus Sans"/>
                <a:ea typeface="Nimbus Sans"/>
                <a:cs typeface="Nimbus Sans"/>
              </a:rPr>
              <a:t>A longitudinal record linking interventions to function, identity, safety and failed experiments across donors.</a:t>
            </a:r>
          </a:p>
        </p:txBody>
      </p:sp>
      <p:sp>
        <p:nvSpPr>
          <p:cNvPr id="11" name="row-3-label">
            <a:extLst xmlns:a="http://schemas.openxmlformats.org/drawingml/2006/main">
              <a:ext uri="{FF2B5EF4-FFF2-40B4-BE49-F238E27FC236}">
                <a16:creationId xmlns:a16="http://schemas.microsoft.com/office/drawing/2014/main" id="{7DF45F68-8E03-4063-ACD4-0B33C50E3573}"/>
              </a:ext>
            </a:extLst>
          </p:cNvPr>
          <p:cNvSpPr>
            <a:spLocks xmlns:a="http://schemas.openxmlformats.org/drawingml/2006/main" noGrp="1"/>
          </p:cNvSpPr>
          <p:nvPr/>
        </p:nvSpPr>
        <p:spPr>
          <a:xfrm xmlns:a="http://schemas.openxmlformats.org/drawingml/2006/main">
            <a:off x="609600" y="4772025"/>
            <a:ext cx="2857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087E8B"/>
                </a:solidFill>
                <a:latin typeface="Nimbus Sans"/>
                <a:ea typeface="Nimbus Sans"/>
                <a:cs typeface="Nimbus Sans"/>
              </a:defRPr>
            </a:defPPr>
            <a:lvl1pPr>
              <a:defRPr sz="2025" b="1">
                <a:solidFill>
                  <a:srgbClr val="087E8B"/>
                </a:solidFill>
                <a:latin typeface="Nimbus Sans"/>
                <a:ea typeface="Nimbus Sans"/>
                <a:cs typeface="Nimbus Sans"/>
              </a:defRPr>
            </a:lvl1pPr>
            <a:lvl2pPr>
              <a:defRPr sz="2025" b="1">
                <a:solidFill>
                  <a:srgbClr val="087E8B"/>
                </a:solidFill>
                <a:latin typeface="Nimbus Sans"/>
                <a:ea typeface="Nimbus Sans"/>
                <a:cs typeface="Nimbus Sans"/>
              </a:defRPr>
            </a:lvl2pPr>
            <a:lvl3pPr>
              <a:defRPr sz="2025" b="1">
                <a:solidFill>
                  <a:srgbClr val="087E8B"/>
                </a:solidFill>
                <a:latin typeface="Nimbus Sans"/>
                <a:ea typeface="Nimbus Sans"/>
                <a:cs typeface="Nimbus Sans"/>
              </a:defRPr>
            </a:lvl3pPr>
            <a:lvl4pPr>
              <a:defRPr sz="2025" b="1">
                <a:solidFill>
                  <a:srgbClr val="087E8B"/>
                </a:solidFill>
                <a:latin typeface="Nimbus Sans"/>
                <a:ea typeface="Nimbus Sans"/>
                <a:cs typeface="Nimbus Sans"/>
              </a:defRPr>
            </a:lvl4pPr>
            <a:lvl5pPr>
              <a:defRPr sz="2025" b="1">
                <a:solidFill>
                  <a:srgbClr val="087E8B"/>
                </a:solidFill>
                <a:latin typeface="Nimbus Sans"/>
                <a:ea typeface="Nimbus Sans"/>
                <a:cs typeface="Nimbus Sans"/>
              </a:defRPr>
            </a:lvl5pPr>
            <a:lvl6pPr>
              <a:defRPr sz="2025" b="1">
                <a:solidFill>
                  <a:srgbClr val="087E8B"/>
                </a:solidFill>
                <a:latin typeface="Nimbus Sans"/>
                <a:ea typeface="Nimbus Sans"/>
                <a:cs typeface="Nimbus Sans"/>
              </a:defRPr>
            </a:lvl6pPr>
            <a:lvl7pPr>
              <a:defRPr sz="2025" b="1">
                <a:solidFill>
                  <a:srgbClr val="087E8B"/>
                </a:solidFill>
                <a:latin typeface="Nimbus Sans"/>
                <a:ea typeface="Nimbus Sans"/>
                <a:cs typeface="Nimbus Sans"/>
              </a:defRPr>
            </a:lvl7pPr>
            <a:lvl8pPr>
              <a:defRPr sz="2025" b="1">
                <a:solidFill>
                  <a:srgbClr val="087E8B"/>
                </a:solidFill>
                <a:latin typeface="Nimbus Sans"/>
                <a:ea typeface="Nimbus Sans"/>
                <a:cs typeface="Nimbus Sans"/>
              </a:defRPr>
            </a:lvl8pPr>
            <a:lvl9pPr>
              <a:defRPr sz="2025" b="1">
                <a:solidFill>
                  <a:srgbClr val="087E8B"/>
                </a:solidFill>
                <a:latin typeface="Nimbus Sans"/>
                <a:ea typeface="Nimbus Sans"/>
                <a:cs typeface="Nimbus Sans"/>
              </a:defRPr>
            </a:lvl9pPr>
          </a:lstStyle>
          <a:p xmlns:a="http://schemas.openxmlformats.org/drawingml/2006/main">
            <a:pPr>
              <a:defRPr sz="2025" b="1">
                <a:solidFill>
                  <a:srgbClr val="087E8B"/>
                </a:solidFill>
                <a:latin typeface="Nimbus Sans"/>
                <a:ea typeface="Nimbus Sans"/>
                <a:cs typeface="Nimbus Sans"/>
              </a:defRPr>
            </a:pPr>
            <a:r>
              <a:rPr sz="2025" b="1">
                <a:solidFill>
                  <a:srgbClr val="087E8B"/>
                </a:solidFill>
                <a:latin typeface="Nimbus Sans"/>
                <a:ea typeface="Nimbus Sans"/>
                <a:cs typeface="Nimbus Sans"/>
              </a:rPr>
              <a:t>Commercial uncertainty</a:t>
            </a:r>
          </a:p>
        </p:txBody>
      </p:sp>
      <p:sp>
        <p:nvSpPr>
          <p:cNvPr id="12" name="row-3-body">
            <a:extLst xmlns:a="http://schemas.openxmlformats.org/drawingml/2006/main">
              <a:ext uri="{FF2B5EF4-FFF2-40B4-BE49-F238E27FC236}">
                <a16:creationId xmlns:a16="http://schemas.microsoft.com/office/drawing/2014/main" id="{4906901A-8BA8-46B6-B5A4-5A0B5B7A6E4B}"/>
              </a:ext>
            </a:extLst>
          </p:cNvPr>
          <p:cNvSpPr>
            <a:spLocks xmlns:a="http://schemas.openxmlformats.org/drawingml/2006/main" noGrp="1"/>
          </p:cNvSpPr>
          <p:nvPr/>
        </p:nvSpPr>
        <p:spPr>
          <a:xfrm xmlns:a="http://schemas.openxmlformats.org/drawingml/2006/main">
            <a:off x="3752850" y="4772025"/>
            <a:ext cx="77914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12C40"/>
                </a:solidFill>
                <a:latin typeface="Nimbus Sans"/>
                <a:ea typeface="Nimbus Sans"/>
                <a:cs typeface="Nimbus Sans"/>
              </a:defRPr>
            </a:defPPr>
            <a:lvl1pPr>
              <a:defRPr sz="1950" b="0">
                <a:solidFill>
                  <a:srgbClr val="112C40"/>
                </a:solidFill>
                <a:latin typeface="Nimbus Sans"/>
                <a:ea typeface="Nimbus Sans"/>
                <a:cs typeface="Nimbus Sans"/>
              </a:defRPr>
            </a:lvl1pPr>
            <a:lvl2pPr>
              <a:defRPr sz="1950" b="0">
                <a:solidFill>
                  <a:srgbClr val="112C40"/>
                </a:solidFill>
                <a:latin typeface="Nimbus Sans"/>
                <a:ea typeface="Nimbus Sans"/>
                <a:cs typeface="Nimbus Sans"/>
              </a:defRPr>
            </a:lvl2pPr>
            <a:lvl3pPr>
              <a:defRPr sz="1950" b="0">
                <a:solidFill>
                  <a:srgbClr val="112C40"/>
                </a:solidFill>
                <a:latin typeface="Nimbus Sans"/>
                <a:ea typeface="Nimbus Sans"/>
                <a:cs typeface="Nimbus Sans"/>
              </a:defRPr>
            </a:lvl3pPr>
            <a:lvl4pPr>
              <a:defRPr sz="1950" b="0">
                <a:solidFill>
                  <a:srgbClr val="112C40"/>
                </a:solidFill>
                <a:latin typeface="Nimbus Sans"/>
                <a:ea typeface="Nimbus Sans"/>
                <a:cs typeface="Nimbus Sans"/>
              </a:defRPr>
            </a:lvl4pPr>
            <a:lvl5pPr>
              <a:defRPr sz="1950" b="0">
                <a:solidFill>
                  <a:srgbClr val="112C40"/>
                </a:solidFill>
                <a:latin typeface="Nimbus Sans"/>
                <a:ea typeface="Nimbus Sans"/>
                <a:cs typeface="Nimbus Sans"/>
              </a:defRPr>
            </a:lvl5pPr>
            <a:lvl6pPr>
              <a:defRPr sz="1950" b="0">
                <a:solidFill>
                  <a:srgbClr val="112C40"/>
                </a:solidFill>
                <a:latin typeface="Nimbus Sans"/>
                <a:ea typeface="Nimbus Sans"/>
                <a:cs typeface="Nimbus Sans"/>
              </a:defRPr>
            </a:lvl6pPr>
            <a:lvl7pPr>
              <a:defRPr sz="1950" b="0">
                <a:solidFill>
                  <a:srgbClr val="112C40"/>
                </a:solidFill>
                <a:latin typeface="Nimbus Sans"/>
                <a:ea typeface="Nimbus Sans"/>
                <a:cs typeface="Nimbus Sans"/>
              </a:defRPr>
            </a:lvl7pPr>
            <a:lvl8pPr>
              <a:defRPr sz="1950" b="0">
                <a:solidFill>
                  <a:srgbClr val="112C40"/>
                </a:solidFill>
                <a:latin typeface="Nimbus Sans"/>
                <a:ea typeface="Nimbus Sans"/>
                <a:cs typeface="Nimbus Sans"/>
              </a:defRPr>
            </a:lvl8pPr>
            <a:lvl9pPr>
              <a:defRPr sz="1950" b="0">
                <a:solidFill>
                  <a:srgbClr val="112C40"/>
                </a:solidFill>
                <a:latin typeface="Nimbus Sans"/>
                <a:ea typeface="Nimbus Sans"/>
                <a:cs typeface="Nimbus Sans"/>
              </a:defRPr>
            </a:lvl9pPr>
          </a:lstStyle>
          <a:p xmlns:a="http://schemas.openxmlformats.org/drawingml/2006/main">
            <a:pPr>
              <a:defRPr sz="1950" b="0">
                <a:solidFill>
                  <a:srgbClr val="112C40"/>
                </a:solidFill>
                <a:latin typeface="Nimbus Sans"/>
                <a:ea typeface="Nimbus Sans"/>
                <a:cs typeface="Nimbus Sans"/>
              </a:defRPr>
            </a:pPr>
            <a:r>
              <a:rPr sz="1950" b="0">
                <a:solidFill>
                  <a:srgbClr val="112C40"/>
                </a:solidFill>
                <a:latin typeface="Nimbus Sans"/>
                <a:ea typeface="Nimbus Sans"/>
                <a:cs typeface="Nimbus Sans"/>
              </a:rPr>
              <a:t>Public models are widely available. Buyers, pricing, exclusivity and procurement appetite require validation. No signed collaboration is claimed.</a:t>
            </a:r>
          </a:p>
        </p:txBody>
      </p:sp>
    </p:spTree>
    <p:extLst>
      <p:ext uri="{BB962C8B-B14F-4D97-AF65-F5344CB8AC3E}">
        <p14:creationId xmlns:p14="http://schemas.microsoft.com/office/powerpoint/2010/main" val="737364806"/>
      </p:ext>
    </p:extLst>
  </p:cSld>
</p:sld>
</file>

<file path=ppt/slides/slide9.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13" name="title">
            <a:extLst xmlns:a="http://schemas.openxmlformats.org/drawingml/2006/main">
              <a:ext uri="{FF2B5EF4-FFF2-40B4-BE49-F238E27FC236}">
                <a16:creationId xmlns:a16="http://schemas.microsoft.com/office/drawing/2014/main" id="{63362CA4-5714-4E76-A995-5A93436AEABF}"/>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12C40"/>
                </a:solidFill>
                <a:latin typeface="Nimbus Sans"/>
                <a:ea typeface="Nimbus Sans"/>
                <a:cs typeface="Nimbus Sans"/>
              </a:defRPr>
            </a:defPPr>
            <a:lvl1pPr>
              <a:defRPr sz="3225" b="1">
                <a:solidFill>
                  <a:srgbClr val="112C40"/>
                </a:solidFill>
                <a:latin typeface="Nimbus Sans"/>
                <a:ea typeface="Nimbus Sans"/>
                <a:cs typeface="Nimbus Sans"/>
              </a:defRPr>
            </a:lvl1pPr>
            <a:lvl2pPr>
              <a:defRPr sz="3225" b="1">
                <a:solidFill>
                  <a:srgbClr val="112C40"/>
                </a:solidFill>
                <a:latin typeface="Nimbus Sans"/>
                <a:ea typeface="Nimbus Sans"/>
                <a:cs typeface="Nimbus Sans"/>
              </a:defRPr>
            </a:lvl2pPr>
            <a:lvl3pPr>
              <a:defRPr sz="3225" b="1">
                <a:solidFill>
                  <a:srgbClr val="112C40"/>
                </a:solidFill>
                <a:latin typeface="Nimbus Sans"/>
                <a:ea typeface="Nimbus Sans"/>
                <a:cs typeface="Nimbus Sans"/>
              </a:defRPr>
            </a:lvl3pPr>
            <a:lvl4pPr>
              <a:defRPr sz="3225" b="1">
                <a:solidFill>
                  <a:srgbClr val="112C40"/>
                </a:solidFill>
                <a:latin typeface="Nimbus Sans"/>
                <a:ea typeface="Nimbus Sans"/>
                <a:cs typeface="Nimbus Sans"/>
              </a:defRPr>
            </a:lvl4pPr>
            <a:lvl5pPr>
              <a:defRPr sz="3225" b="1">
                <a:solidFill>
                  <a:srgbClr val="112C40"/>
                </a:solidFill>
                <a:latin typeface="Nimbus Sans"/>
                <a:ea typeface="Nimbus Sans"/>
                <a:cs typeface="Nimbus Sans"/>
              </a:defRPr>
            </a:lvl5pPr>
            <a:lvl6pPr>
              <a:defRPr sz="3225" b="1">
                <a:solidFill>
                  <a:srgbClr val="112C40"/>
                </a:solidFill>
                <a:latin typeface="Nimbus Sans"/>
                <a:ea typeface="Nimbus Sans"/>
                <a:cs typeface="Nimbus Sans"/>
              </a:defRPr>
            </a:lvl6pPr>
            <a:lvl7pPr>
              <a:defRPr sz="3225" b="1">
                <a:solidFill>
                  <a:srgbClr val="112C40"/>
                </a:solidFill>
                <a:latin typeface="Nimbus Sans"/>
                <a:ea typeface="Nimbus Sans"/>
                <a:cs typeface="Nimbus Sans"/>
              </a:defRPr>
            </a:lvl7pPr>
            <a:lvl8pPr>
              <a:defRPr sz="3225" b="1">
                <a:solidFill>
                  <a:srgbClr val="112C40"/>
                </a:solidFill>
                <a:latin typeface="Nimbus Sans"/>
                <a:ea typeface="Nimbus Sans"/>
                <a:cs typeface="Nimbus Sans"/>
              </a:defRPr>
            </a:lvl8pPr>
            <a:lvl9pPr>
              <a:defRPr sz="3225" b="1">
                <a:solidFill>
                  <a:srgbClr val="112C40"/>
                </a:solidFill>
                <a:latin typeface="Nimbus Sans"/>
                <a:ea typeface="Nimbus Sans"/>
                <a:cs typeface="Nimbus Sans"/>
              </a:defRPr>
            </a:lvl9pPr>
          </a:lstStyle>
          <a:p xmlns:a="http://schemas.openxmlformats.org/drawingml/2006/main">
            <a:pPr>
              <a:defRPr sz="3225" b="1">
                <a:solidFill>
                  <a:srgbClr val="112C40"/>
                </a:solidFill>
                <a:latin typeface="Nimbus Sans"/>
                <a:ea typeface="Nimbus Sans"/>
                <a:cs typeface="Nimbus Sans"/>
              </a:defRPr>
            </a:pPr>
            <a:r>
              <a:rPr sz="3225" b="1">
                <a:solidFill>
                  <a:srgbClr val="112C40"/>
                </a:solidFill>
                <a:latin typeface="Nimbus Sans"/>
                <a:ea typeface="Nimbus Sans"/>
                <a:cs typeface="Nimbus Sans"/>
              </a:rPr>
              <a:t>Major failure risks have explicit decisions</a:t>
            </a:r>
          </a:p>
        </p:txBody>
      </p:sp>
      <p:sp>
        <p:nvSpPr>
          <p:cNvPr id="2" name="rule">
            <a:extLst xmlns:a="http://schemas.openxmlformats.org/drawingml/2006/main">
              <a:ext uri="{FF2B5EF4-FFF2-40B4-BE49-F238E27FC236}">
                <a16:creationId xmlns:a16="http://schemas.microsoft.com/office/drawing/2014/main" id="{38C960E2-1697-454B-AC44-6533629AF5E8}"/>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87E8B"/>
          </a:solidFill>
          <a:ln xmlns:a="http://schemas.openxmlformats.org/drawingml/2006/main" w="0">
            <a:noFill/>
            <a:prstDash val="solid"/>
          </a:ln>
        </p:spPr>
      </p:sp>
      <p:sp>
        <p:nvSpPr>
          <p:cNvPr id="3" name="footer">
            <a:extLst xmlns:a="http://schemas.openxmlformats.org/drawingml/2006/main">
              <a:ext uri="{FF2B5EF4-FFF2-40B4-BE49-F238E27FC236}">
                <a16:creationId xmlns:a16="http://schemas.microsoft.com/office/drawing/2014/main" id="{E0603101-48EF-4DDA-B9CB-AC0D3600F175}"/>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486171"/>
                </a:solidFill>
                <a:latin typeface="Nimbus Sans"/>
                <a:ea typeface="Nimbus Sans"/>
                <a:cs typeface="Nimbus Sans"/>
              </a:defRPr>
            </a:defPPr>
            <a:lvl1pPr>
              <a:defRPr sz="1125" b="0">
                <a:solidFill>
                  <a:srgbClr val="486171"/>
                </a:solidFill>
                <a:latin typeface="Nimbus Sans"/>
                <a:ea typeface="Nimbus Sans"/>
                <a:cs typeface="Nimbus Sans"/>
              </a:defRPr>
            </a:lvl1pPr>
            <a:lvl2pPr>
              <a:defRPr sz="1125" b="0">
                <a:solidFill>
                  <a:srgbClr val="486171"/>
                </a:solidFill>
                <a:latin typeface="Nimbus Sans"/>
                <a:ea typeface="Nimbus Sans"/>
                <a:cs typeface="Nimbus Sans"/>
              </a:defRPr>
            </a:lvl2pPr>
            <a:lvl3pPr>
              <a:defRPr sz="1125" b="0">
                <a:solidFill>
                  <a:srgbClr val="486171"/>
                </a:solidFill>
                <a:latin typeface="Nimbus Sans"/>
                <a:ea typeface="Nimbus Sans"/>
                <a:cs typeface="Nimbus Sans"/>
              </a:defRPr>
            </a:lvl3pPr>
            <a:lvl4pPr>
              <a:defRPr sz="1125" b="0">
                <a:solidFill>
                  <a:srgbClr val="486171"/>
                </a:solidFill>
                <a:latin typeface="Nimbus Sans"/>
                <a:ea typeface="Nimbus Sans"/>
                <a:cs typeface="Nimbus Sans"/>
              </a:defRPr>
            </a:lvl4pPr>
            <a:lvl5pPr>
              <a:defRPr sz="1125" b="0">
                <a:solidFill>
                  <a:srgbClr val="486171"/>
                </a:solidFill>
                <a:latin typeface="Nimbus Sans"/>
                <a:ea typeface="Nimbus Sans"/>
                <a:cs typeface="Nimbus Sans"/>
              </a:defRPr>
            </a:lvl5pPr>
            <a:lvl6pPr>
              <a:defRPr sz="1125" b="0">
                <a:solidFill>
                  <a:srgbClr val="486171"/>
                </a:solidFill>
                <a:latin typeface="Nimbus Sans"/>
                <a:ea typeface="Nimbus Sans"/>
                <a:cs typeface="Nimbus Sans"/>
              </a:defRPr>
            </a:lvl6pPr>
            <a:lvl7pPr>
              <a:defRPr sz="1125" b="0">
                <a:solidFill>
                  <a:srgbClr val="486171"/>
                </a:solidFill>
                <a:latin typeface="Nimbus Sans"/>
                <a:ea typeface="Nimbus Sans"/>
                <a:cs typeface="Nimbus Sans"/>
              </a:defRPr>
            </a:lvl7pPr>
            <a:lvl8pPr>
              <a:defRPr sz="1125" b="0">
                <a:solidFill>
                  <a:srgbClr val="486171"/>
                </a:solidFill>
                <a:latin typeface="Nimbus Sans"/>
                <a:ea typeface="Nimbus Sans"/>
                <a:cs typeface="Nimbus Sans"/>
              </a:defRPr>
            </a:lvl8pPr>
            <a:lvl9pPr>
              <a:defRPr sz="1125" b="0">
                <a:solidFill>
                  <a:srgbClr val="486171"/>
                </a:solidFill>
                <a:latin typeface="Nimbus Sans"/>
                <a:ea typeface="Nimbus Sans"/>
                <a:cs typeface="Nimbus Sans"/>
              </a:defRPr>
            </a:lvl9pPr>
          </a:lstStyle>
          <a:p xmlns:a="http://schemas.openxmlformats.org/drawingml/2006/main">
            <a:pPr>
              <a:defRPr sz="1125" b="0">
                <a:solidFill>
                  <a:srgbClr val="486171"/>
                </a:solidFill>
                <a:latin typeface="Nimbus Sans"/>
                <a:ea typeface="Nimbus Sans"/>
                <a:cs typeface="Nimbus Sans"/>
              </a:defRPr>
            </a:pPr>
            <a:r>
              <a:rPr sz="1125" b="0">
                <a:solidFill>
                  <a:srgbClr val="486171"/>
                </a:solidFill>
                <a:latin typeface="Nimbus Sans"/>
                <a:ea typeface="Nimbus Sans"/>
                <a:cs typeface="Nimbus Sans"/>
              </a:rPr>
              <a:t>White paper pp. 13–14, 18–22</a:t>
            </a:r>
          </a:p>
        </p:txBody>
      </p:sp>
      <p:sp>
        <p:nvSpPr>
          <p:cNvPr id="4" name="page">
            <a:extLst xmlns:a="http://schemas.openxmlformats.org/drawingml/2006/main">
              <a:ext uri="{FF2B5EF4-FFF2-40B4-BE49-F238E27FC236}">
                <a16:creationId xmlns:a16="http://schemas.microsoft.com/office/drawing/2014/main" id="{99E16EFD-E35F-4D10-B22F-B3BDE8707E20}"/>
              </a:ext>
            </a:extLst>
          </p:cNvPr>
          <p:cNvSpPr>
            <a:spLocks xmlns:a="http://schemas.openxmlformats.org/drawingml/2006/main" noGrp="1"/>
          </p:cNvSpPr>
          <p:nvPr/>
        </p:nvSpPr>
        <p:spPr>
          <a:xfrm xmlns:a="http://schemas.openxmlformats.org/drawingml/2006/main">
            <a:off x="11172825" y="6429375"/>
            <a:ext cx="4095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486171"/>
                </a:solidFill>
                <a:latin typeface="Nimbus Sans"/>
                <a:ea typeface="Nimbus Sans"/>
                <a:cs typeface="Nimbus Sans"/>
              </a:defRPr>
            </a:defPPr>
            <a:lvl1pPr>
              <a:defRPr sz="1125" b="0">
                <a:solidFill>
                  <a:srgbClr val="486171"/>
                </a:solidFill>
                <a:latin typeface="Nimbus Sans"/>
                <a:ea typeface="Nimbus Sans"/>
                <a:cs typeface="Nimbus Sans"/>
              </a:defRPr>
            </a:lvl1pPr>
            <a:lvl2pPr>
              <a:defRPr sz="1125" b="0">
                <a:solidFill>
                  <a:srgbClr val="486171"/>
                </a:solidFill>
                <a:latin typeface="Nimbus Sans"/>
                <a:ea typeface="Nimbus Sans"/>
                <a:cs typeface="Nimbus Sans"/>
              </a:defRPr>
            </a:lvl2pPr>
            <a:lvl3pPr>
              <a:defRPr sz="1125" b="0">
                <a:solidFill>
                  <a:srgbClr val="486171"/>
                </a:solidFill>
                <a:latin typeface="Nimbus Sans"/>
                <a:ea typeface="Nimbus Sans"/>
                <a:cs typeface="Nimbus Sans"/>
              </a:defRPr>
            </a:lvl3pPr>
            <a:lvl4pPr>
              <a:defRPr sz="1125" b="0">
                <a:solidFill>
                  <a:srgbClr val="486171"/>
                </a:solidFill>
                <a:latin typeface="Nimbus Sans"/>
                <a:ea typeface="Nimbus Sans"/>
                <a:cs typeface="Nimbus Sans"/>
              </a:defRPr>
            </a:lvl4pPr>
            <a:lvl5pPr>
              <a:defRPr sz="1125" b="0">
                <a:solidFill>
                  <a:srgbClr val="486171"/>
                </a:solidFill>
                <a:latin typeface="Nimbus Sans"/>
                <a:ea typeface="Nimbus Sans"/>
                <a:cs typeface="Nimbus Sans"/>
              </a:defRPr>
            </a:lvl5pPr>
            <a:lvl6pPr>
              <a:defRPr sz="1125" b="0">
                <a:solidFill>
                  <a:srgbClr val="486171"/>
                </a:solidFill>
                <a:latin typeface="Nimbus Sans"/>
                <a:ea typeface="Nimbus Sans"/>
                <a:cs typeface="Nimbus Sans"/>
              </a:defRPr>
            </a:lvl6pPr>
            <a:lvl7pPr>
              <a:defRPr sz="1125" b="0">
                <a:solidFill>
                  <a:srgbClr val="486171"/>
                </a:solidFill>
                <a:latin typeface="Nimbus Sans"/>
                <a:ea typeface="Nimbus Sans"/>
                <a:cs typeface="Nimbus Sans"/>
              </a:defRPr>
            </a:lvl7pPr>
            <a:lvl8pPr>
              <a:defRPr sz="1125" b="0">
                <a:solidFill>
                  <a:srgbClr val="486171"/>
                </a:solidFill>
                <a:latin typeface="Nimbus Sans"/>
                <a:ea typeface="Nimbus Sans"/>
                <a:cs typeface="Nimbus Sans"/>
              </a:defRPr>
            </a:lvl8pPr>
            <a:lvl9pPr>
              <a:defRPr sz="1125" b="0">
                <a:solidFill>
                  <a:srgbClr val="486171"/>
                </a:solidFill>
                <a:latin typeface="Nimbus Sans"/>
                <a:ea typeface="Nimbus Sans"/>
                <a:cs typeface="Nimbus Sans"/>
              </a:defRPr>
            </a:lvl9pPr>
          </a:lstStyle>
          <a:p xmlns:a="http://schemas.openxmlformats.org/drawingml/2006/main">
            <a:pPr>
              <a:defRPr sz="1125" b="0">
                <a:solidFill>
                  <a:srgbClr val="486171"/>
                </a:solidFill>
                <a:latin typeface="Nimbus Sans"/>
                <a:ea typeface="Nimbus Sans"/>
                <a:cs typeface="Nimbus Sans"/>
              </a:defRPr>
            </a:pPr>
            <a:r>
              <a:rPr sz="1125" b="0">
                <a:solidFill>
                  <a:srgbClr val="486171"/>
                </a:solidFill>
                <a:latin typeface="Nimbus Sans"/>
                <a:ea typeface="Nimbus Sans"/>
                <a:cs typeface="Nimbus Sans"/>
              </a:rPr>
              <a:t>9</a:t>
            </a:r>
          </a:p>
        </p:txBody>
      </p:sp>
      <p:sp>
        <p:nvSpPr>
          <p:cNvPr id="5" name="row-0-label">
            <a:extLst xmlns:a="http://schemas.openxmlformats.org/drawingml/2006/main">
              <a:ext uri="{FF2B5EF4-FFF2-40B4-BE49-F238E27FC236}">
                <a16:creationId xmlns:a16="http://schemas.microsoft.com/office/drawing/2014/main" id="{563AB7BD-8745-4DA4-94E2-1788E1B2708F}"/>
              </a:ext>
            </a:extLst>
          </p:cNvPr>
          <p:cNvSpPr>
            <a:spLocks xmlns:a="http://schemas.openxmlformats.org/drawingml/2006/main" noGrp="1"/>
          </p:cNvSpPr>
          <p:nvPr/>
        </p:nvSpPr>
        <p:spPr>
          <a:xfrm xmlns:a="http://schemas.openxmlformats.org/drawingml/2006/main">
            <a:off x="609600" y="1771650"/>
            <a:ext cx="2857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087E8B"/>
                </a:solidFill>
                <a:latin typeface="Nimbus Sans"/>
                <a:ea typeface="Nimbus Sans"/>
                <a:cs typeface="Nimbus Sans"/>
              </a:defRPr>
            </a:defPPr>
            <a:lvl1pPr>
              <a:defRPr sz="2025" b="1">
                <a:solidFill>
                  <a:srgbClr val="087E8B"/>
                </a:solidFill>
                <a:latin typeface="Nimbus Sans"/>
                <a:ea typeface="Nimbus Sans"/>
                <a:cs typeface="Nimbus Sans"/>
              </a:defRPr>
            </a:lvl1pPr>
            <a:lvl2pPr>
              <a:defRPr sz="2025" b="1">
                <a:solidFill>
                  <a:srgbClr val="087E8B"/>
                </a:solidFill>
                <a:latin typeface="Nimbus Sans"/>
                <a:ea typeface="Nimbus Sans"/>
                <a:cs typeface="Nimbus Sans"/>
              </a:defRPr>
            </a:lvl2pPr>
            <a:lvl3pPr>
              <a:defRPr sz="2025" b="1">
                <a:solidFill>
                  <a:srgbClr val="087E8B"/>
                </a:solidFill>
                <a:latin typeface="Nimbus Sans"/>
                <a:ea typeface="Nimbus Sans"/>
                <a:cs typeface="Nimbus Sans"/>
              </a:defRPr>
            </a:lvl3pPr>
            <a:lvl4pPr>
              <a:defRPr sz="2025" b="1">
                <a:solidFill>
                  <a:srgbClr val="087E8B"/>
                </a:solidFill>
                <a:latin typeface="Nimbus Sans"/>
                <a:ea typeface="Nimbus Sans"/>
                <a:cs typeface="Nimbus Sans"/>
              </a:defRPr>
            </a:lvl4pPr>
            <a:lvl5pPr>
              <a:defRPr sz="2025" b="1">
                <a:solidFill>
                  <a:srgbClr val="087E8B"/>
                </a:solidFill>
                <a:latin typeface="Nimbus Sans"/>
                <a:ea typeface="Nimbus Sans"/>
                <a:cs typeface="Nimbus Sans"/>
              </a:defRPr>
            </a:lvl5pPr>
            <a:lvl6pPr>
              <a:defRPr sz="2025" b="1">
                <a:solidFill>
                  <a:srgbClr val="087E8B"/>
                </a:solidFill>
                <a:latin typeface="Nimbus Sans"/>
                <a:ea typeface="Nimbus Sans"/>
                <a:cs typeface="Nimbus Sans"/>
              </a:defRPr>
            </a:lvl6pPr>
            <a:lvl7pPr>
              <a:defRPr sz="2025" b="1">
                <a:solidFill>
                  <a:srgbClr val="087E8B"/>
                </a:solidFill>
                <a:latin typeface="Nimbus Sans"/>
                <a:ea typeface="Nimbus Sans"/>
                <a:cs typeface="Nimbus Sans"/>
              </a:defRPr>
            </a:lvl7pPr>
            <a:lvl8pPr>
              <a:defRPr sz="2025" b="1">
                <a:solidFill>
                  <a:srgbClr val="087E8B"/>
                </a:solidFill>
                <a:latin typeface="Nimbus Sans"/>
                <a:ea typeface="Nimbus Sans"/>
                <a:cs typeface="Nimbus Sans"/>
              </a:defRPr>
            </a:lvl8pPr>
            <a:lvl9pPr>
              <a:defRPr sz="2025" b="1">
                <a:solidFill>
                  <a:srgbClr val="087E8B"/>
                </a:solidFill>
                <a:latin typeface="Nimbus Sans"/>
                <a:ea typeface="Nimbus Sans"/>
                <a:cs typeface="Nimbus Sans"/>
              </a:defRPr>
            </a:lvl9pPr>
          </a:lstStyle>
          <a:p xmlns:a="http://schemas.openxmlformats.org/drawingml/2006/main">
            <a:pPr>
              <a:defRPr sz="2025" b="1">
                <a:solidFill>
                  <a:srgbClr val="087E8B"/>
                </a:solidFill>
                <a:latin typeface="Nimbus Sans"/>
                <a:ea typeface="Nimbus Sans"/>
                <a:cs typeface="Nimbus Sans"/>
              </a:defRPr>
            </a:pPr>
            <a:r>
              <a:rPr sz="2025" b="1">
                <a:solidFill>
                  <a:srgbClr val="087E8B"/>
                </a:solidFill>
                <a:latin typeface="Nimbus Sans"/>
                <a:ea typeface="Nimbus Sans"/>
                <a:cs typeface="Nimbus Sans"/>
              </a:rPr>
              <a:t>Clock changes alone</a:t>
            </a:r>
          </a:p>
        </p:txBody>
      </p:sp>
      <p:sp>
        <p:nvSpPr>
          <p:cNvPr id="6" name="row-0-body">
            <a:extLst xmlns:a="http://schemas.openxmlformats.org/drawingml/2006/main">
              <a:ext uri="{FF2B5EF4-FFF2-40B4-BE49-F238E27FC236}">
                <a16:creationId xmlns:a16="http://schemas.microsoft.com/office/drawing/2014/main" id="{AE5A3D7D-DA38-4420-959F-ED13D0A21F72}"/>
              </a:ext>
            </a:extLst>
          </p:cNvPr>
          <p:cNvSpPr>
            <a:spLocks xmlns:a="http://schemas.openxmlformats.org/drawingml/2006/main" noGrp="1"/>
          </p:cNvSpPr>
          <p:nvPr/>
        </p:nvSpPr>
        <p:spPr>
          <a:xfrm xmlns:a="http://schemas.openxmlformats.org/drawingml/2006/main">
            <a:off x="3752850" y="1771650"/>
            <a:ext cx="77914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12C40"/>
                </a:solidFill>
                <a:latin typeface="Nimbus Sans"/>
                <a:ea typeface="Nimbus Sans"/>
                <a:cs typeface="Nimbus Sans"/>
              </a:defRPr>
            </a:defPPr>
            <a:lvl1pPr>
              <a:defRPr sz="1950" b="0">
                <a:solidFill>
                  <a:srgbClr val="112C40"/>
                </a:solidFill>
                <a:latin typeface="Nimbus Sans"/>
                <a:ea typeface="Nimbus Sans"/>
                <a:cs typeface="Nimbus Sans"/>
              </a:defRPr>
            </a:lvl1pPr>
            <a:lvl2pPr>
              <a:defRPr sz="1950" b="0">
                <a:solidFill>
                  <a:srgbClr val="112C40"/>
                </a:solidFill>
                <a:latin typeface="Nimbus Sans"/>
                <a:ea typeface="Nimbus Sans"/>
                <a:cs typeface="Nimbus Sans"/>
              </a:defRPr>
            </a:lvl2pPr>
            <a:lvl3pPr>
              <a:defRPr sz="1950" b="0">
                <a:solidFill>
                  <a:srgbClr val="112C40"/>
                </a:solidFill>
                <a:latin typeface="Nimbus Sans"/>
                <a:ea typeface="Nimbus Sans"/>
                <a:cs typeface="Nimbus Sans"/>
              </a:defRPr>
            </a:lvl3pPr>
            <a:lvl4pPr>
              <a:defRPr sz="1950" b="0">
                <a:solidFill>
                  <a:srgbClr val="112C40"/>
                </a:solidFill>
                <a:latin typeface="Nimbus Sans"/>
                <a:ea typeface="Nimbus Sans"/>
                <a:cs typeface="Nimbus Sans"/>
              </a:defRPr>
            </a:lvl4pPr>
            <a:lvl5pPr>
              <a:defRPr sz="1950" b="0">
                <a:solidFill>
                  <a:srgbClr val="112C40"/>
                </a:solidFill>
                <a:latin typeface="Nimbus Sans"/>
                <a:ea typeface="Nimbus Sans"/>
                <a:cs typeface="Nimbus Sans"/>
              </a:defRPr>
            </a:lvl5pPr>
            <a:lvl6pPr>
              <a:defRPr sz="1950" b="0">
                <a:solidFill>
                  <a:srgbClr val="112C40"/>
                </a:solidFill>
                <a:latin typeface="Nimbus Sans"/>
                <a:ea typeface="Nimbus Sans"/>
                <a:cs typeface="Nimbus Sans"/>
              </a:defRPr>
            </a:lvl6pPr>
            <a:lvl7pPr>
              <a:defRPr sz="1950" b="0">
                <a:solidFill>
                  <a:srgbClr val="112C40"/>
                </a:solidFill>
                <a:latin typeface="Nimbus Sans"/>
                <a:ea typeface="Nimbus Sans"/>
                <a:cs typeface="Nimbus Sans"/>
              </a:defRPr>
            </a:lvl7pPr>
            <a:lvl8pPr>
              <a:defRPr sz="1950" b="0">
                <a:solidFill>
                  <a:srgbClr val="112C40"/>
                </a:solidFill>
                <a:latin typeface="Nimbus Sans"/>
                <a:ea typeface="Nimbus Sans"/>
                <a:cs typeface="Nimbus Sans"/>
              </a:defRPr>
            </a:lvl8pPr>
            <a:lvl9pPr>
              <a:defRPr sz="1950" b="0">
                <a:solidFill>
                  <a:srgbClr val="112C40"/>
                </a:solidFill>
                <a:latin typeface="Nimbus Sans"/>
                <a:ea typeface="Nimbus Sans"/>
                <a:cs typeface="Nimbus Sans"/>
              </a:defRPr>
            </a:lvl9pPr>
          </a:lstStyle>
          <a:p xmlns:a="http://schemas.openxmlformats.org/drawingml/2006/main">
            <a:pPr>
              <a:defRPr sz="1950" b="0">
                <a:solidFill>
                  <a:srgbClr val="112C40"/>
                </a:solidFill>
                <a:latin typeface="Nimbus Sans"/>
                <a:ea typeface="Nimbus Sans"/>
                <a:cs typeface="Nimbus Sans"/>
              </a:defRPr>
            </a:pPr>
            <a:r>
              <a:rPr sz="1950" b="0">
                <a:solidFill>
                  <a:srgbClr val="112C40"/>
                </a:solidFill>
                <a:latin typeface="Nimbus Sans"/>
                <a:ea typeface="Nimbus Sans"/>
                <a:cs typeface="Nimbus Sans"/>
              </a:rPr>
              <a:t>Use independent functional endpoints and control for proliferation or selection. Reject candidates without reproducible functional benefit.</a:t>
            </a:r>
          </a:p>
        </p:txBody>
      </p:sp>
      <p:sp>
        <p:nvSpPr>
          <p:cNvPr id="7" name="row-1-label">
            <a:extLst xmlns:a="http://schemas.openxmlformats.org/drawingml/2006/main">
              <a:ext uri="{FF2B5EF4-FFF2-40B4-BE49-F238E27FC236}">
                <a16:creationId xmlns:a16="http://schemas.microsoft.com/office/drawing/2014/main" id="{461EDD32-D3FB-4E48-91CC-85DB2ED6FBE6}"/>
              </a:ext>
            </a:extLst>
          </p:cNvPr>
          <p:cNvSpPr>
            <a:spLocks xmlns:a="http://schemas.openxmlformats.org/drawingml/2006/main" noGrp="1"/>
          </p:cNvSpPr>
          <p:nvPr/>
        </p:nvSpPr>
        <p:spPr>
          <a:xfrm xmlns:a="http://schemas.openxmlformats.org/drawingml/2006/main">
            <a:off x="609600" y="2771775"/>
            <a:ext cx="2857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087E8B"/>
                </a:solidFill>
                <a:latin typeface="Nimbus Sans"/>
                <a:ea typeface="Nimbus Sans"/>
                <a:cs typeface="Nimbus Sans"/>
              </a:defRPr>
            </a:defPPr>
            <a:lvl1pPr>
              <a:defRPr sz="2025" b="1">
                <a:solidFill>
                  <a:srgbClr val="087E8B"/>
                </a:solidFill>
                <a:latin typeface="Nimbus Sans"/>
                <a:ea typeface="Nimbus Sans"/>
                <a:cs typeface="Nimbus Sans"/>
              </a:defRPr>
            </a:lvl1pPr>
            <a:lvl2pPr>
              <a:defRPr sz="2025" b="1">
                <a:solidFill>
                  <a:srgbClr val="087E8B"/>
                </a:solidFill>
                <a:latin typeface="Nimbus Sans"/>
                <a:ea typeface="Nimbus Sans"/>
                <a:cs typeface="Nimbus Sans"/>
              </a:defRPr>
            </a:lvl2pPr>
            <a:lvl3pPr>
              <a:defRPr sz="2025" b="1">
                <a:solidFill>
                  <a:srgbClr val="087E8B"/>
                </a:solidFill>
                <a:latin typeface="Nimbus Sans"/>
                <a:ea typeface="Nimbus Sans"/>
                <a:cs typeface="Nimbus Sans"/>
              </a:defRPr>
            </a:lvl3pPr>
            <a:lvl4pPr>
              <a:defRPr sz="2025" b="1">
                <a:solidFill>
                  <a:srgbClr val="087E8B"/>
                </a:solidFill>
                <a:latin typeface="Nimbus Sans"/>
                <a:ea typeface="Nimbus Sans"/>
                <a:cs typeface="Nimbus Sans"/>
              </a:defRPr>
            </a:lvl4pPr>
            <a:lvl5pPr>
              <a:defRPr sz="2025" b="1">
                <a:solidFill>
                  <a:srgbClr val="087E8B"/>
                </a:solidFill>
                <a:latin typeface="Nimbus Sans"/>
                <a:ea typeface="Nimbus Sans"/>
                <a:cs typeface="Nimbus Sans"/>
              </a:defRPr>
            </a:lvl5pPr>
            <a:lvl6pPr>
              <a:defRPr sz="2025" b="1">
                <a:solidFill>
                  <a:srgbClr val="087E8B"/>
                </a:solidFill>
                <a:latin typeface="Nimbus Sans"/>
                <a:ea typeface="Nimbus Sans"/>
                <a:cs typeface="Nimbus Sans"/>
              </a:defRPr>
            </a:lvl6pPr>
            <a:lvl7pPr>
              <a:defRPr sz="2025" b="1">
                <a:solidFill>
                  <a:srgbClr val="087E8B"/>
                </a:solidFill>
                <a:latin typeface="Nimbus Sans"/>
                <a:ea typeface="Nimbus Sans"/>
                <a:cs typeface="Nimbus Sans"/>
              </a:defRPr>
            </a:lvl7pPr>
            <a:lvl8pPr>
              <a:defRPr sz="2025" b="1">
                <a:solidFill>
                  <a:srgbClr val="087E8B"/>
                </a:solidFill>
                <a:latin typeface="Nimbus Sans"/>
                <a:ea typeface="Nimbus Sans"/>
                <a:cs typeface="Nimbus Sans"/>
              </a:defRPr>
            </a:lvl8pPr>
            <a:lvl9pPr>
              <a:defRPr sz="2025" b="1">
                <a:solidFill>
                  <a:srgbClr val="087E8B"/>
                </a:solidFill>
                <a:latin typeface="Nimbus Sans"/>
                <a:ea typeface="Nimbus Sans"/>
                <a:cs typeface="Nimbus Sans"/>
              </a:defRPr>
            </a:lvl9pPr>
          </a:lstStyle>
          <a:p xmlns:a="http://schemas.openxmlformats.org/drawingml/2006/main">
            <a:pPr>
              <a:defRPr sz="2025" b="1">
                <a:solidFill>
                  <a:srgbClr val="087E8B"/>
                </a:solidFill>
                <a:latin typeface="Nimbus Sans"/>
                <a:ea typeface="Nimbus Sans"/>
                <a:cs typeface="Nimbus Sans"/>
              </a:defRPr>
            </a:pPr>
            <a:r>
              <a:rPr sz="2025" b="1">
                <a:solidFill>
                  <a:srgbClr val="087E8B"/>
                </a:solidFill>
                <a:latin typeface="Nimbus Sans"/>
                <a:ea typeface="Nimbus Sans"/>
                <a:cs typeface="Nimbus Sans"/>
              </a:rPr>
              <a:t>Identity loss or safety</a:t>
            </a:r>
          </a:p>
        </p:txBody>
      </p:sp>
      <p:sp>
        <p:nvSpPr>
          <p:cNvPr id="8" name="row-1-body">
            <a:extLst xmlns:a="http://schemas.openxmlformats.org/drawingml/2006/main">
              <a:ext uri="{FF2B5EF4-FFF2-40B4-BE49-F238E27FC236}">
                <a16:creationId xmlns:a16="http://schemas.microsoft.com/office/drawing/2014/main" id="{FCBAFF5E-229E-419D-B509-EF7C4CB0330A}"/>
              </a:ext>
            </a:extLst>
          </p:cNvPr>
          <p:cNvSpPr>
            <a:spLocks xmlns:a="http://schemas.openxmlformats.org/drawingml/2006/main" noGrp="1"/>
          </p:cNvSpPr>
          <p:nvPr/>
        </p:nvSpPr>
        <p:spPr>
          <a:xfrm xmlns:a="http://schemas.openxmlformats.org/drawingml/2006/main">
            <a:off x="3752850" y="2771775"/>
            <a:ext cx="77914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12C40"/>
                </a:solidFill>
                <a:latin typeface="Nimbus Sans"/>
                <a:ea typeface="Nimbus Sans"/>
                <a:cs typeface="Nimbus Sans"/>
              </a:defRPr>
            </a:defPPr>
            <a:lvl1pPr>
              <a:defRPr sz="1950" b="0">
                <a:solidFill>
                  <a:srgbClr val="112C40"/>
                </a:solidFill>
                <a:latin typeface="Nimbus Sans"/>
                <a:ea typeface="Nimbus Sans"/>
                <a:cs typeface="Nimbus Sans"/>
              </a:defRPr>
            </a:lvl1pPr>
            <a:lvl2pPr>
              <a:defRPr sz="1950" b="0">
                <a:solidFill>
                  <a:srgbClr val="112C40"/>
                </a:solidFill>
                <a:latin typeface="Nimbus Sans"/>
                <a:ea typeface="Nimbus Sans"/>
                <a:cs typeface="Nimbus Sans"/>
              </a:defRPr>
            </a:lvl2pPr>
            <a:lvl3pPr>
              <a:defRPr sz="1950" b="0">
                <a:solidFill>
                  <a:srgbClr val="112C40"/>
                </a:solidFill>
                <a:latin typeface="Nimbus Sans"/>
                <a:ea typeface="Nimbus Sans"/>
                <a:cs typeface="Nimbus Sans"/>
              </a:defRPr>
            </a:lvl3pPr>
            <a:lvl4pPr>
              <a:defRPr sz="1950" b="0">
                <a:solidFill>
                  <a:srgbClr val="112C40"/>
                </a:solidFill>
                <a:latin typeface="Nimbus Sans"/>
                <a:ea typeface="Nimbus Sans"/>
                <a:cs typeface="Nimbus Sans"/>
              </a:defRPr>
            </a:lvl4pPr>
            <a:lvl5pPr>
              <a:defRPr sz="1950" b="0">
                <a:solidFill>
                  <a:srgbClr val="112C40"/>
                </a:solidFill>
                <a:latin typeface="Nimbus Sans"/>
                <a:ea typeface="Nimbus Sans"/>
                <a:cs typeface="Nimbus Sans"/>
              </a:defRPr>
            </a:lvl5pPr>
            <a:lvl6pPr>
              <a:defRPr sz="1950" b="0">
                <a:solidFill>
                  <a:srgbClr val="112C40"/>
                </a:solidFill>
                <a:latin typeface="Nimbus Sans"/>
                <a:ea typeface="Nimbus Sans"/>
                <a:cs typeface="Nimbus Sans"/>
              </a:defRPr>
            </a:lvl6pPr>
            <a:lvl7pPr>
              <a:defRPr sz="1950" b="0">
                <a:solidFill>
                  <a:srgbClr val="112C40"/>
                </a:solidFill>
                <a:latin typeface="Nimbus Sans"/>
                <a:ea typeface="Nimbus Sans"/>
                <a:cs typeface="Nimbus Sans"/>
              </a:defRPr>
            </a:lvl7pPr>
            <a:lvl8pPr>
              <a:defRPr sz="1950" b="0">
                <a:solidFill>
                  <a:srgbClr val="112C40"/>
                </a:solidFill>
                <a:latin typeface="Nimbus Sans"/>
                <a:ea typeface="Nimbus Sans"/>
                <a:cs typeface="Nimbus Sans"/>
              </a:defRPr>
            </a:lvl8pPr>
            <a:lvl9pPr>
              <a:defRPr sz="1950" b="0">
                <a:solidFill>
                  <a:srgbClr val="112C40"/>
                </a:solidFill>
                <a:latin typeface="Nimbus Sans"/>
                <a:ea typeface="Nimbus Sans"/>
                <a:cs typeface="Nimbus Sans"/>
              </a:defRPr>
            </a:lvl9pPr>
          </a:lstStyle>
          <a:p xmlns:a="http://schemas.openxmlformats.org/drawingml/2006/main">
            <a:pPr>
              <a:defRPr sz="1950" b="0">
                <a:solidFill>
                  <a:srgbClr val="112C40"/>
                </a:solidFill>
                <a:latin typeface="Nimbus Sans"/>
                <a:ea typeface="Nimbus Sans"/>
                <a:cs typeface="Nimbus Sans"/>
              </a:defRPr>
            </a:pPr>
            <a:r>
              <a:rPr sz="1950" b="0">
                <a:solidFill>
                  <a:srgbClr val="112C40"/>
                </a:solidFill>
                <a:latin typeface="Nimbus Sans"/>
                <a:ea typeface="Nimbus Sans"/>
                <a:cs typeface="Nimbus Sans"/>
              </a:rPr>
              <a:t>Assess cell identity, genome integrity and oncogenic signals. Stop candidates without an acceptable window.</a:t>
            </a:r>
          </a:p>
        </p:txBody>
      </p:sp>
      <p:sp>
        <p:nvSpPr>
          <p:cNvPr id="9" name="row-2-label">
            <a:extLst xmlns:a="http://schemas.openxmlformats.org/drawingml/2006/main">
              <a:ext uri="{FF2B5EF4-FFF2-40B4-BE49-F238E27FC236}">
                <a16:creationId xmlns:a16="http://schemas.microsoft.com/office/drawing/2014/main" id="{7A592738-623F-4012-B6BB-09D3A31C0259}"/>
              </a:ext>
            </a:extLst>
          </p:cNvPr>
          <p:cNvSpPr>
            <a:spLocks xmlns:a="http://schemas.openxmlformats.org/drawingml/2006/main" noGrp="1"/>
          </p:cNvSpPr>
          <p:nvPr/>
        </p:nvSpPr>
        <p:spPr>
          <a:xfrm xmlns:a="http://schemas.openxmlformats.org/drawingml/2006/main">
            <a:off x="609600" y="3771900"/>
            <a:ext cx="2857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087E8B"/>
                </a:solidFill>
                <a:latin typeface="Nimbus Sans"/>
                <a:ea typeface="Nimbus Sans"/>
                <a:cs typeface="Nimbus Sans"/>
              </a:defRPr>
            </a:defPPr>
            <a:lvl1pPr>
              <a:defRPr sz="2025" b="1">
                <a:solidFill>
                  <a:srgbClr val="087E8B"/>
                </a:solidFill>
                <a:latin typeface="Nimbus Sans"/>
                <a:ea typeface="Nimbus Sans"/>
                <a:cs typeface="Nimbus Sans"/>
              </a:defRPr>
            </a:lvl1pPr>
            <a:lvl2pPr>
              <a:defRPr sz="2025" b="1">
                <a:solidFill>
                  <a:srgbClr val="087E8B"/>
                </a:solidFill>
                <a:latin typeface="Nimbus Sans"/>
                <a:ea typeface="Nimbus Sans"/>
                <a:cs typeface="Nimbus Sans"/>
              </a:defRPr>
            </a:lvl2pPr>
            <a:lvl3pPr>
              <a:defRPr sz="2025" b="1">
                <a:solidFill>
                  <a:srgbClr val="087E8B"/>
                </a:solidFill>
                <a:latin typeface="Nimbus Sans"/>
                <a:ea typeface="Nimbus Sans"/>
                <a:cs typeface="Nimbus Sans"/>
              </a:defRPr>
            </a:lvl3pPr>
            <a:lvl4pPr>
              <a:defRPr sz="2025" b="1">
                <a:solidFill>
                  <a:srgbClr val="087E8B"/>
                </a:solidFill>
                <a:latin typeface="Nimbus Sans"/>
                <a:ea typeface="Nimbus Sans"/>
                <a:cs typeface="Nimbus Sans"/>
              </a:defRPr>
            </a:lvl4pPr>
            <a:lvl5pPr>
              <a:defRPr sz="2025" b="1">
                <a:solidFill>
                  <a:srgbClr val="087E8B"/>
                </a:solidFill>
                <a:latin typeface="Nimbus Sans"/>
                <a:ea typeface="Nimbus Sans"/>
                <a:cs typeface="Nimbus Sans"/>
              </a:defRPr>
            </a:lvl5pPr>
            <a:lvl6pPr>
              <a:defRPr sz="2025" b="1">
                <a:solidFill>
                  <a:srgbClr val="087E8B"/>
                </a:solidFill>
                <a:latin typeface="Nimbus Sans"/>
                <a:ea typeface="Nimbus Sans"/>
                <a:cs typeface="Nimbus Sans"/>
              </a:defRPr>
            </a:lvl6pPr>
            <a:lvl7pPr>
              <a:defRPr sz="2025" b="1">
                <a:solidFill>
                  <a:srgbClr val="087E8B"/>
                </a:solidFill>
                <a:latin typeface="Nimbus Sans"/>
                <a:ea typeface="Nimbus Sans"/>
                <a:cs typeface="Nimbus Sans"/>
              </a:defRPr>
            </a:lvl7pPr>
            <a:lvl8pPr>
              <a:defRPr sz="2025" b="1">
                <a:solidFill>
                  <a:srgbClr val="087E8B"/>
                </a:solidFill>
                <a:latin typeface="Nimbus Sans"/>
                <a:ea typeface="Nimbus Sans"/>
                <a:cs typeface="Nimbus Sans"/>
              </a:defRPr>
            </a:lvl8pPr>
            <a:lvl9pPr>
              <a:defRPr sz="2025" b="1">
                <a:solidFill>
                  <a:srgbClr val="087E8B"/>
                </a:solidFill>
                <a:latin typeface="Nimbus Sans"/>
                <a:ea typeface="Nimbus Sans"/>
                <a:cs typeface="Nimbus Sans"/>
              </a:defRPr>
            </a:lvl9pPr>
          </a:lstStyle>
          <a:p xmlns:a="http://schemas.openxmlformats.org/drawingml/2006/main">
            <a:pPr>
              <a:defRPr sz="2025" b="1">
                <a:solidFill>
                  <a:srgbClr val="087E8B"/>
                </a:solidFill>
                <a:latin typeface="Nimbus Sans"/>
                <a:ea typeface="Nimbus Sans"/>
                <a:cs typeface="Nimbus Sans"/>
              </a:defRPr>
            </a:pPr>
            <a:r>
              <a:rPr sz="2025" b="1">
                <a:solidFill>
                  <a:srgbClr val="087E8B"/>
                </a:solidFill>
                <a:latin typeface="Nimbus Sans"/>
                <a:ea typeface="Nimbus Sans"/>
                <a:cs typeface="Nimbus Sans"/>
              </a:rPr>
              <a:t>Failure to replicate</a:t>
            </a:r>
          </a:p>
        </p:txBody>
      </p:sp>
      <p:sp>
        <p:nvSpPr>
          <p:cNvPr id="10" name="row-2-body">
            <a:extLst xmlns:a="http://schemas.openxmlformats.org/drawingml/2006/main">
              <a:ext uri="{FF2B5EF4-FFF2-40B4-BE49-F238E27FC236}">
                <a16:creationId xmlns:a16="http://schemas.microsoft.com/office/drawing/2014/main" id="{6989DB57-4E8B-4FF1-BFC9-2857EA7CB70C}"/>
              </a:ext>
            </a:extLst>
          </p:cNvPr>
          <p:cNvSpPr>
            <a:spLocks xmlns:a="http://schemas.openxmlformats.org/drawingml/2006/main" noGrp="1"/>
          </p:cNvSpPr>
          <p:nvPr/>
        </p:nvSpPr>
        <p:spPr>
          <a:xfrm xmlns:a="http://schemas.openxmlformats.org/drawingml/2006/main">
            <a:off x="3752850" y="3771900"/>
            <a:ext cx="77914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12C40"/>
                </a:solidFill>
                <a:latin typeface="Nimbus Sans"/>
                <a:ea typeface="Nimbus Sans"/>
                <a:cs typeface="Nimbus Sans"/>
              </a:defRPr>
            </a:defPPr>
            <a:lvl1pPr>
              <a:defRPr sz="1950" b="0">
                <a:solidFill>
                  <a:srgbClr val="112C40"/>
                </a:solidFill>
                <a:latin typeface="Nimbus Sans"/>
                <a:ea typeface="Nimbus Sans"/>
                <a:cs typeface="Nimbus Sans"/>
              </a:defRPr>
            </a:lvl1pPr>
            <a:lvl2pPr>
              <a:defRPr sz="1950" b="0">
                <a:solidFill>
                  <a:srgbClr val="112C40"/>
                </a:solidFill>
                <a:latin typeface="Nimbus Sans"/>
                <a:ea typeface="Nimbus Sans"/>
                <a:cs typeface="Nimbus Sans"/>
              </a:defRPr>
            </a:lvl2pPr>
            <a:lvl3pPr>
              <a:defRPr sz="1950" b="0">
                <a:solidFill>
                  <a:srgbClr val="112C40"/>
                </a:solidFill>
                <a:latin typeface="Nimbus Sans"/>
                <a:ea typeface="Nimbus Sans"/>
                <a:cs typeface="Nimbus Sans"/>
              </a:defRPr>
            </a:lvl3pPr>
            <a:lvl4pPr>
              <a:defRPr sz="1950" b="0">
                <a:solidFill>
                  <a:srgbClr val="112C40"/>
                </a:solidFill>
                <a:latin typeface="Nimbus Sans"/>
                <a:ea typeface="Nimbus Sans"/>
                <a:cs typeface="Nimbus Sans"/>
              </a:defRPr>
            </a:lvl4pPr>
            <a:lvl5pPr>
              <a:defRPr sz="1950" b="0">
                <a:solidFill>
                  <a:srgbClr val="112C40"/>
                </a:solidFill>
                <a:latin typeface="Nimbus Sans"/>
                <a:ea typeface="Nimbus Sans"/>
                <a:cs typeface="Nimbus Sans"/>
              </a:defRPr>
            </a:lvl5pPr>
            <a:lvl6pPr>
              <a:defRPr sz="1950" b="0">
                <a:solidFill>
                  <a:srgbClr val="112C40"/>
                </a:solidFill>
                <a:latin typeface="Nimbus Sans"/>
                <a:ea typeface="Nimbus Sans"/>
                <a:cs typeface="Nimbus Sans"/>
              </a:defRPr>
            </a:lvl6pPr>
            <a:lvl7pPr>
              <a:defRPr sz="1950" b="0">
                <a:solidFill>
                  <a:srgbClr val="112C40"/>
                </a:solidFill>
                <a:latin typeface="Nimbus Sans"/>
                <a:ea typeface="Nimbus Sans"/>
                <a:cs typeface="Nimbus Sans"/>
              </a:defRPr>
            </a:lvl7pPr>
            <a:lvl8pPr>
              <a:defRPr sz="1950" b="0">
                <a:solidFill>
                  <a:srgbClr val="112C40"/>
                </a:solidFill>
                <a:latin typeface="Nimbus Sans"/>
                <a:ea typeface="Nimbus Sans"/>
                <a:cs typeface="Nimbus Sans"/>
              </a:defRPr>
            </a:lvl8pPr>
            <a:lvl9pPr>
              <a:defRPr sz="1950" b="0">
                <a:solidFill>
                  <a:srgbClr val="112C40"/>
                </a:solidFill>
                <a:latin typeface="Nimbus Sans"/>
                <a:ea typeface="Nimbus Sans"/>
                <a:cs typeface="Nimbus Sans"/>
              </a:defRPr>
            </a:lvl9pPr>
          </a:lstStyle>
          <a:p xmlns:a="http://schemas.openxmlformats.org/drawingml/2006/main">
            <a:pPr>
              <a:defRPr sz="1950" b="0">
                <a:solidFill>
                  <a:srgbClr val="112C40"/>
                </a:solidFill>
                <a:latin typeface="Nimbus Sans"/>
                <a:ea typeface="Nimbus Sans"/>
                <a:cs typeface="Nimbus Sans"/>
              </a:defRPr>
            </a:pPr>
            <a:r>
              <a:rPr sz="1950" b="0">
                <a:solidFill>
                  <a:srgbClr val="112C40"/>
                </a:solidFill>
                <a:latin typeface="Nimbus Sans"/>
                <a:ea typeface="Nimbus Sans"/>
                <a:cs typeface="Nimbus Sans"/>
              </a:rPr>
              <a:t>Require new-donor and external-laboratory confirmation. Narrow or discontinue nonreplicating programs.</a:t>
            </a:r>
          </a:p>
        </p:txBody>
      </p:sp>
      <p:sp>
        <p:nvSpPr>
          <p:cNvPr id="11" name="row-3-label">
            <a:extLst xmlns:a="http://schemas.openxmlformats.org/drawingml/2006/main">
              <a:ext uri="{FF2B5EF4-FFF2-40B4-BE49-F238E27FC236}">
                <a16:creationId xmlns:a16="http://schemas.microsoft.com/office/drawing/2014/main" id="{1E0E85FD-85D7-401B-AB01-DD76798784C3}"/>
              </a:ext>
            </a:extLst>
          </p:cNvPr>
          <p:cNvSpPr>
            <a:spLocks xmlns:a="http://schemas.openxmlformats.org/drawingml/2006/main" noGrp="1"/>
          </p:cNvSpPr>
          <p:nvPr/>
        </p:nvSpPr>
        <p:spPr>
          <a:xfrm xmlns:a="http://schemas.openxmlformats.org/drawingml/2006/main">
            <a:off x="609600" y="4772025"/>
            <a:ext cx="2857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087E8B"/>
                </a:solidFill>
                <a:latin typeface="Nimbus Sans"/>
                <a:ea typeface="Nimbus Sans"/>
                <a:cs typeface="Nimbus Sans"/>
              </a:defRPr>
            </a:defPPr>
            <a:lvl1pPr>
              <a:defRPr sz="2025" b="1">
                <a:solidFill>
                  <a:srgbClr val="087E8B"/>
                </a:solidFill>
                <a:latin typeface="Nimbus Sans"/>
                <a:ea typeface="Nimbus Sans"/>
                <a:cs typeface="Nimbus Sans"/>
              </a:defRPr>
            </a:lvl1pPr>
            <a:lvl2pPr>
              <a:defRPr sz="2025" b="1">
                <a:solidFill>
                  <a:srgbClr val="087E8B"/>
                </a:solidFill>
                <a:latin typeface="Nimbus Sans"/>
                <a:ea typeface="Nimbus Sans"/>
                <a:cs typeface="Nimbus Sans"/>
              </a:defRPr>
            </a:lvl2pPr>
            <a:lvl3pPr>
              <a:defRPr sz="2025" b="1">
                <a:solidFill>
                  <a:srgbClr val="087E8B"/>
                </a:solidFill>
                <a:latin typeface="Nimbus Sans"/>
                <a:ea typeface="Nimbus Sans"/>
                <a:cs typeface="Nimbus Sans"/>
              </a:defRPr>
            </a:lvl3pPr>
            <a:lvl4pPr>
              <a:defRPr sz="2025" b="1">
                <a:solidFill>
                  <a:srgbClr val="087E8B"/>
                </a:solidFill>
                <a:latin typeface="Nimbus Sans"/>
                <a:ea typeface="Nimbus Sans"/>
                <a:cs typeface="Nimbus Sans"/>
              </a:defRPr>
            </a:lvl4pPr>
            <a:lvl5pPr>
              <a:defRPr sz="2025" b="1">
                <a:solidFill>
                  <a:srgbClr val="087E8B"/>
                </a:solidFill>
                <a:latin typeface="Nimbus Sans"/>
                <a:ea typeface="Nimbus Sans"/>
                <a:cs typeface="Nimbus Sans"/>
              </a:defRPr>
            </a:lvl5pPr>
            <a:lvl6pPr>
              <a:defRPr sz="2025" b="1">
                <a:solidFill>
                  <a:srgbClr val="087E8B"/>
                </a:solidFill>
                <a:latin typeface="Nimbus Sans"/>
                <a:ea typeface="Nimbus Sans"/>
                <a:cs typeface="Nimbus Sans"/>
              </a:defRPr>
            </a:lvl6pPr>
            <a:lvl7pPr>
              <a:defRPr sz="2025" b="1">
                <a:solidFill>
                  <a:srgbClr val="087E8B"/>
                </a:solidFill>
                <a:latin typeface="Nimbus Sans"/>
                <a:ea typeface="Nimbus Sans"/>
                <a:cs typeface="Nimbus Sans"/>
              </a:defRPr>
            </a:lvl7pPr>
            <a:lvl8pPr>
              <a:defRPr sz="2025" b="1">
                <a:solidFill>
                  <a:srgbClr val="087E8B"/>
                </a:solidFill>
                <a:latin typeface="Nimbus Sans"/>
                <a:ea typeface="Nimbus Sans"/>
                <a:cs typeface="Nimbus Sans"/>
              </a:defRPr>
            </a:lvl8pPr>
            <a:lvl9pPr>
              <a:defRPr sz="2025" b="1">
                <a:solidFill>
                  <a:srgbClr val="087E8B"/>
                </a:solidFill>
                <a:latin typeface="Nimbus Sans"/>
                <a:ea typeface="Nimbus Sans"/>
                <a:cs typeface="Nimbus Sans"/>
              </a:defRPr>
            </a:lvl9pPr>
          </a:lstStyle>
          <a:p xmlns:a="http://schemas.openxmlformats.org/drawingml/2006/main">
            <a:pPr>
              <a:defRPr sz="2025" b="1">
                <a:solidFill>
                  <a:srgbClr val="087E8B"/>
                </a:solidFill>
                <a:latin typeface="Nimbus Sans"/>
                <a:ea typeface="Nimbus Sans"/>
                <a:cs typeface="Nimbus Sans"/>
              </a:defRPr>
            </a:pPr>
            <a:r>
              <a:rPr sz="2025" b="1">
                <a:solidFill>
                  <a:srgbClr val="087E8B"/>
                </a:solidFill>
                <a:latin typeface="Nimbus Sans"/>
                <a:ea typeface="Nimbus Sans"/>
                <a:cs typeface="Nimbus Sans"/>
              </a:rPr>
              <a:t>Rights or cost constraints</a:t>
            </a:r>
          </a:p>
        </p:txBody>
      </p:sp>
      <p:sp>
        <p:nvSpPr>
          <p:cNvPr id="12" name="row-3-body">
            <a:extLst xmlns:a="http://schemas.openxmlformats.org/drawingml/2006/main">
              <a:ext uri="{FF2B5EF4-FFF2-40B4-BE49-F238E27FC236}">
                <a16:creationId xmlns:a16="http://schemas.microsoft.com/office/drawing/2014/main" id="{E56859BC-F313-485B-864A-12CD38534BF0}"/>
              </a:ext>
            </a:extLst>
          </p:cNvPr>
          <p:cNvSpPr>
            <a:spLocks xmlns:a="http://schemas.openxmlformats.org/drawingml/2006/main" noGrp="1"/>
          </p:cNvSpPr>
          <p:nvPr/>
        </p:nvSpPr>
        <p:spPr>
          <a:xfrm xmlns:a="http://schemas.openxmlformats.org/drawingml/2006/main">
            <a:off x="3752850" y="4772025"/>
            <a:ext cx="77914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112C40"/>
                </a:solidFill>
                <a:latin typeface="Nimbus Sans"/>
                <a:ea typeface="Nimbus Sans"/>
                <a:cs typeface="Nimbus Sans"/>
              </a:defRPr>
            </a:defPPr>
            <a:lvl1pPr>
              <a:defRPr sz="1950" b="0">
                <a:solidFill>
                  <a:srgbClr val="112C40"/>
                </a:solidFill>
                <a:latin typeface="Nimbus Sans"/>
                <a:ea typeface="Nimbus Sans"/>
                <a:cs typeface="Nimbus Sans"/>
              </a:defRPr>
            </a:lvl1pPr>
            <a:lvl2pPr>
              <a:defRPr sz="1950" b="0">
                <a:solidFill>
                  <a:srgbClr val="112C40"/>
                </a:solidFill>
                <a:latin typeface="Nimbus Sans"/>
                <a:ea typeface="Nimbus Sans"/>
                <a:cs typeface="Nimbus Sans"/>
              </a:defRPr>
            </a:lvl2pPr>
            <a:lvl3pPr>
              <a:defRPr sz="1950" b="0">
                <a:solidFill>
                  <a:srgbClr val="112C40"/>
                </a:solidFill>
                <a:latin typeface="Nimbus Sans"/>
                <a:ea typeface="Nimbus Sans"/>
                <a:cs typeface="Nimbus Sans"/>
              </a:defRPr>
            </a:lvl3pPr>
            <a:lvl4pPr>
              <a:defRPr sz="1950" b="0">
                <a:solidFill>
                  <a:srgbClr val="112C40"/>
                </a:solidFill>
                <a:latin typeface="Nimbus Sans"/>
                <a:ea typeface="Nimbus Sans"/>
                <a:cs typeface="Nimbus Sans"/>
              </a:defRPr>
            </a:lvl4pPr>
            <a:lvl5pPr>
              <a:defRPr sz="1950" b="0">
                <a:solidFill>
                  <a:srgbClr val="112C40"/>
                </a:solidFill>
                <a:latin typeface="Nimbus Sans"/>
                <a:ea typeface="Nimbus Sans"/>
                <a:cs typeface="Nimbus Sans"/>
              </a:defRPr>
            </a:lvl5pPr>
            <a:lvl6pPr>
              <a:defRPr sz="1950" b="0">
                <a:solidFill>
                  <a:srgbClr val="112C40"/>
                </a:solidFill>
                <a:latin typeface="Nimbus Sans"/>
                <a:ea typeface="Nimbus Sans"/>
                <a:cs typeface="Nimbus Sans"/>
              </a:defRPr>
            </a:lvl6pPr>
            <a:lvl7pPr>
              <a:defRPr sz="1950" b="0">
                <a:solidFill>
                  <a:srgbClr val="112C40"/>
                </a:solidFill>
                <a:latin typeface="Nimbus Sans"/>
                <a:ea typeface="Nimbus Sans"/>
                <a:cs typeface="Nimbus Sans"/>
              </a:defRPr>
            </a:lvl7pPr>
            <a:lvl8pPr>
              <a:defRPr sz="1950" b="0">
                <a:solidFill>
                  <a:srgbClr val="112C40"/>
                </a:solidFill>
                <a:latin typeface="Nimbus Sans"/>
                <a:ea typeface="Nimbus Sans"/>
                <a:cs typeface="Nimbus Sans"/>
              </a:defRPr>
            </a:lvl8pPr>
            <a:lvl9pPr>
              <a:defRPr sz="1950" b="0">
                <a:solidFill>
                  <a:srgbClr val="112C40"/>
                </a:solidFill>
                <a:latin typeface="Nimbus Sans"/>
                <a:ea typeface="Nimbus Sans"/>
                <a:cs typeface="Nimbus Sans"/>
              </a:defRPr>
            </a:lvl9pPr>
          </a:lstStyle>
          <a:p xmlns:a="http://schemas.openxmlformats.org/drawingml/2006/main">
            <a:pPr>
              <a:defRPr sz="1950" b="0">
                <a:solidFill>
                  <a:srgbClr val="112C40"/>
                </a:solidFill>
                <a:latin typeface="Nimbus Sans"/>
                <a:ea typeface="Nimbus Sans"/>
                <a:cs typeface="Nimbus Sans"/>
              </a:defRPr>
            </a:pPr>
            <a:r>
              <a:rPr sz="1950" b="0">
                <a:solidFill>
                  <a:srgbClr val="112C40"/>
                </a:solidFill>
                <a:latin typeface="Nimbus Sans"/>
                <a:ea typeface="Nimbus Sans"/>
                <a:cs typeface="Nimbus Sans"/>
              </a:rPr>
              <a:t>Establish commercial-use rights before commitments. A 30% rise in lab and external-study costs exceeds the reserve by $0.27m.</a:t>
            </a:r>
          </a:p>
        </p:txBody>
      </p:sp>
    </p:spTree>
    <p:extLst>
      <p:ext uri="{BB962C8B-B14F-4D97-AF65-F5344CB8AC3E}">
        <p14:creationId xmlns:p14="http://schemas.microsoft.com/office/powerpoint/2010/main" val="1946063130"/>
      </p:ext>
    </p:extLst>
  </p:cSld>
</p:sld>
</file>

<file path=ppt/slides/slide10.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A4C4220A-0E9C-4C2F-89B3-86AEB49E22A1}"/>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12C40"/>
                </a:solidFill>
                <a:latin typeface="Nimbus Sans"/>
                <a:ea typeface="Nimbus Sans"/>
                <a:cs typeface="Nimbus Sans"/>
              </a:defRPr>
            </a:defPPr>
            <a:lvl1pPr>
              <a:defRPr sz="3225" b="1">
                <a:solidFill>
                  <a:srgbClr val="112C40"/>
                </a:solidFill>
                <a:latin typeface="Nimbus Sans"/>
                <a:ea typeface="Nimbus Sans"/>
                <a:cs typeface="Nimbus Sans"/>
              </a:defRPr>
            </a:lvl1pPr>
            <a:lvl2pPr>
              <a:defRPr sz="3225" b="1">
                <a:solidFill>
                  <a:srgbClr val="112C40"/>
                </a:solidFill>
                <a:latin typeface="Nimbus Sans"/>
                <a:ea typeface="Nimbus Sans"/>
                <a:cs typeface="Nimbus Sans"/>
              </a:defRPr>
            </a:lvl2pPr>
            <a:lvl3pPr>
              <a:defRPr sz="3225" b="1">
                <a:solidFill>
                  <a:srgbClr val="112C40"/>
                </a:solidFill>
                <a:latin typeface="Nimbus Sans"/>
                <a:ea typeface="Nimbus Sans"/>
                <a:cs typeface="Nimbus Sans"/>
              </a:defRPr>
            </a:lvl3pPr>
            <a:lvl4pPr>
              <a:defRPr sz="3225" b="1">
                <a:solidFill>
                  <a:srgbClr val="112C40"/>
                </a:solidFill>
                <a:latin typeface="Nimbus Sans"/>
                <a:ea typeface="Nimbus Sans"/>
                <a:cs typeface="Nimbus Sans"/>
              </a:defRPr>
            </a:lvl4pPr>
            <a:lvl5pPr>
              <a:defRPr sz="3225" b="1">
                <a:solidFill>
                  <a:srgbClr val="112C40"/>
                </a:solidFill>
                <a:latin typeface="Nimbus Sans"/>
                <a:ea typeface="Nimbus Sans"/>
                <a:cs typeface="Nimbus Sans"/>
              </a:defRPr>
            </a:lvl5pPr>
            <a:lvl6pPr>
              <a:defRPr sz="3225" b="1">
                <a:solidFill>
                  <a:srgbClr val="112C40"/>
                </a:solidFill>
                <a:latin typeface="Nimbus Sans"/>
                <a:ea typeface="Nimbus Sans"/>
                <a:cs typeface="Nimbus Sans"/>
              </a:defRPr>
            </a:lvl6pPr>
            <a:lvl7pPr>
              <a:defRPr sz="3225" b="1">
                <a:solidFill>
                  <a:srgbClr val="112C40"/>
                </a:solidFill>
                <a:latin typeface="Nimbus Sans"/>
                <a:ea typeface="Nimbus Sans"/>
                <a:cs typeface="Nimbus Sans"/>
              </a:defRPr>
            </a:lvl7pPr>
            <a:lvl8pPr>
              <a:defRPr sz="3225" b="1">
                <a:solidFill>
                  <a:srgbClr val="112C40"/>
                </a:solidFill>
                <a:latin typeface="Nimbus Sans"/>
                <a:ea typeface="Nimbus Sans"/>
                <a:cs typeface="Nimbus Sans"/>
              </a:defRPr>
            </a:lvl8pPr>
            <a:lvl9pPr>
              <a:defRPr sz="3225" b="1">
                <a:solidFill>
                  <a:srgbClr val="112C40"/>
                </a:solidFill>
                <a:latin typeface="Nimbus Sans"/>
                <a:ea typeface="Nimbus Sans"/>
                <a:cs typeface="Nimbus Sans"/>
              </a:defRPr>
            </a:lvl9pPr>
          </a:lstStyle>
          <a:p xmlns:a="http://schemas.openxmlformats.org/drawingml/2006/main">
            <a:pPr>
              <a:defRPr sz="3225" b="1">
                <a:solidFill>
                  <a:srgbClr val="112C40"/>
                </a:solidFill>
                <a:latin typeface="Nimbus Sans"/>
                <a:ea typeface="Nimbus Sans"/>
                <a:cs typeface="Nimbus Sans"/>
              </a:defRPr>
            </a:pPr>
            <a:r>
              <a:rPr sz="3225" b="1">
                <a:solidFill>
                  <a:srgbClr val="112C40"/>
                </a:solidFill>
                <a:latin typeface="Nimbus Sans"/>
                <a:ea typeface="Nimbus Sans"/>
                <a:cs typeface="Nimbus Sans"/>
              </a:rPr>
              <a:t>Company formation and first investment discussion</a:t>
            </a:r>
          </a:p>
        </p:txBody>
      </p:sp>
      <p:sp>
        <p:nvSpPr>
          <p:cNvPr id="2" name="rule">
            <a:extLst xmlns:a="http://schemas.openxmlformats.org/drawingml/2006/main">
              <a:ext uri="{FF2B5EF4-FFF2-40B4-BE49-F238E27FC236}">
                <a16:creationId xmlns:a16="http://schemas.microsoft.com/office/drawing/2014/main" id="{76968B13-8600-4E0D-9E1D-174F4691B66B}"/>
              </a:ext>
            </a:extLst>
          </p:cNvPr>
          <p:cNvSpPr>
            <a:spLocks xmlns:a="http://schemas.openxmlformats.org/drawingml/2006/main" noGrp="1"/>
          </p:cNvSpPr>
          <p:nvPr/>
        </p:nvSpPr>
        <p:spPr>
          <a:xfrm xmlns:a="http://schemas.openxmlformats.org/drawingml/2006/main">
            <a:off x="609600" y="1362075"/>
            <a:ext cx="10972800" cy="28575"/>
          </a:xfrm>
          <a:prstGeom xmlns:a="http://schemas.openxmlformats.org/drawingml/2006/main" prst="rect">
            <a:avLst/>
          </a:prstGeom>
          <a:solidFill xmlns:a="http://schemas.openxmlformats.org/drawingml/2006/main">
            <a:srgbClr val="087E8B"/>
          </a:solidFill>
          <a:ln xmlns:a="http://schemas.openxmlformats.org/drawingml/2006/main" w="0">
            <a:noFill/>
            <a:prstDash val="solid"/>
          </a:ln>
        </p:spPr>
      </p:sp>
      <p:sp>
        <p:nvSpPr>
          <p:cNvPr id="3" name="footer">
            <a:extLst xmlns:a="http://schemas.openxmlformats.org/drawingml/2006/main">
              <a:ext uri="{FF2B5EF4-FFF2-40B4-BE49-F238E27FC236}">
                <a16:creationId xmlns:a16="http://schemas.microsoft.com/office/drawing/2014/main" id="{027DF8F6-6172-4117-9236-620439FB2AEB}"/>
              </a:ext>
            </a:extLst>
          </p:cNvPr>
          <p:cNvSpPr>
            <a:spLocks xmlns:a="http://schemas.openxmlformats.org/drawingml/2006/main" noGrp="1"/>
          </p:cNvSpPr>
          <p:nvPr/>
        </p:nvSpPr>
        <p:spPr>
          <a:xfrm xmlns:a="http://schemas.openxmlformats.org/drawingml/2006/main">
            <a:off x="609600" y="6429375"/>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486171"/>
                </a:solidFill>
                <a:latin typeface="Nimbus Sans"/>
                <a:ea typeface="Nimbus Sans"/>
                <a:cs typeface="Nimbus Sans"/>
              </a:defRPr>
            </a:defPPr>
            <a:lvl1pPr>
              <a:defRPr sz="1125" b="0">
                <a:solidFill>
                  <a:srgbClr val="486171"/>
                </a:solidFill>
                <a:latin typeface="Nimbus Sans"/>
                <a:ea typeface="Nimbus Sans"/>
                <a:cs typeface="Nimbus Sans"/>
              </a:defRPr>
            </a:lvl1pPr>
            <a:lvl2pPr>
              <a:defRPr sz="1125" b="0">
                <a:solidFill>
                  <a:srgbClr val="486171"/>
                </a:solidFill>
                <a:latin typeface="Nimbus Sans"/>
                <a:ea typeface="Nimbus Sans"/>
                <a:cs typeface="Nimbus Sans"/>
              </a:defRPr>
            </a:lvl2pPr>
            <a:lvl3pPr>
              <a:defRPr sz="1125" b="0">
                <a:solidFill>
                  <a:srgbClr val="486171"/>
                </a:solidFill>
                <a:latin typeface="Nimbus Sans"/>
                <a:ea typeface="Nimbus Sans"/>
                <a:cs typeface="Nimbus Sans"/>
              </a:defRPr>
            </a:lvl3pPr>
            <a:lvl4pPr>
              <a:defRPr sz="1125" b="0">
                <a:solidFill>
                  <a:srgbClr val="486171"/>
                </a:solidFill>
                <a:latin typeface="Nimbus Sans"/>
                <a:ea typeface="Nimbus Sans"/>
                <a:cs typeface="Nimbus Sans"/>
              </a:defRPr>
            </a:lvl4pPr>
            <a:lvl5pPr>
              <a:defRPr sz="1125" b="0">
                <a:solidFill>
                  <a:srgbClr val="486171"/>
                </a:solidFill>
                <a:latin typeface="Nimbus Sans"/>
                <a:ea typeface="Nimbus Sans"/>
                <a:cs typeface="Nimbus Sans"/>
              </a:defRPr>
            </a:lvl5pPr>
            <a:lvl6pPr>
              <a:defRPr sz="1125" b="0">
                <a:solidFill>
                  <a:srgbClr val="486171"/>
                </a:solidFill>
                <a:latin typeface="Nimbus Sans"/>
                <a:ea typeface="Nimbus Sans"/>
                <a:cs typeface="Nimbus Sans"/>
              </a:defRPr>
            </a:lvl6pPr>
            <a:lvl7pPr>
              <a:defRPr sz="1125" b="0">
                <a:solidFill>
                  <a:srgbClr val="486171"/>
                </a:solidFill>
                <a:latin typeface="Nimbus Sans"/>
                <a:ea typeface="Nimbus Sans"/>
                <a:cs typeface="Nimbus Sans"/>
              </a:defRPr>
            </a:lvl7pPr>
            <a:lvl8pPr>
              <a:defRPr sz="1125" b="0">
                <a:solidFill>
                  <a:srgbClr val="486171"/>
                </a:solidFill>
                <a:latin typeface="Nimbus Sans"/>
                <a:ea typeface="Nimbus Sans"/>
                <a:cs typeface="Nimbus Sans"/>
              </a:defRPr>
            </a:lvl8pPr>
            <a:lvl9pPr>
              <a:defRPr sz="1125" b="0">
                <a:solidFill>
                  <a:srgbClr val="486171"/>
                </a:solidFill>
                <a:latin typeface="Nimbus Sans"/>
                <a:ea typeface="Nimbus Sans"/>
                <a:cs typeface="Nimbus Sans"/>
              </a:defRPr>
            </a:lvl9pPr>
          </a:lstStyle>
          <a:p xmlns:a="http://schemas.openxmlformats.org/drawingml/2006/main">
            <a:pPr>
              <a:defRPr sz="1125" b="0">
                <a:solidFill>
                  <a:srgbClr val="486171"/>
                </a:solidFill>
                <a:latin typeface="Nimbus Sans"/>
                <a:ea typeface="Nimbus Sans"/>
                <a:cs typeface="Nimbus Sans"/>
              </a:defRPr>
            </a:pPr>
            <a:r>
              <a:rPr sz="1125" b="0">
                <a:solidFill>
                  <a:srgbClr val="486171"/>
                </a:solidFill>
                <a:latin typeface="Nimbus Sans"/>
                <a:ea typeface="Nimbus Sans"/>
                <a:cs typeface="Nimbus Sans"/>
              </a:rPr>
              <a:t>White paper pp. 19, 22–23. Contact: exutechnology@gmail.com</a:t>
            </a:r>
          </a:p>
        </p:txBody>
      </p:sp>
      <p:sp>
        <p:nvSpPr>
          <p:cNvPr id="4" name="page">
            <a:extLst xmlns:a="http://schemas.openxmlformats.org/drawingml/2006/main">
              <a:ext uri="{FF2B5EF4-FFF2-40B4-BE49-F238E27FC236}">
                <a16:creationId xmlns:a16="http://schemas.microsoft.com/office/drawing/2014/main" id="{E28E8BDB-BF75-4508-A2E3-04B702328C77}"/>
              </a:ext>
            </a:extLst>
          </p:cNvPr>
          <p:cNvSpPr>
            <a:spLocks xmlns:a="http://schemas.openxmlformats.org/drawingml/2006/main" noGrp="1"/>
          </p:cNvSpPr>
          <p:nvPr/>
        </p:nvSpPr>
        <p:spPr>
          <a:xfrm xmlns:a="http://schemas.openxmlformats.org/drawingml/2006/main">
            <a:off x="11172825" y="6429375"/>
            <a:ext cx="4095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486171"/>
                </a:solidFill>
                <a:latin typeface="Nimbus Sans"/>
                <a:ea typeface="Nimbus Sans"/>
                <a:cs typeface="Nimbus Sans"/>
              </a:defRPr>
            </a:defPPr>
            <a:lvl1pPr>
              <a:defRPr sz="1125" b="0">
                <a:solidFill>
                  <a:srgbClr val="486171"/>
                </a:solidFill>
                <a:latin typeface="Nimbus Sans"/>
                <a:ea typeface="Nimbus Sans"/>
                <a:cs typeface="Nimbus Sans"/>
              </a:defRPr>
            </a:lvl1pPr>
            <a:lvl2pPr>
              <a:defRPr sz="1125" b="0">
                <a:solidFill>
                  <a:srgbClr val="486171"/>
                </a:solidFill>
                <a:latin typeface="Nimbus Sans"/>
                <a:ea typeface="Nimbus Sans"/>
                <a:cs typeface="Nimbus Sans"/>
              </a:defRPr>
            </a:lvl2pPr>
            <a:lvl3pPr>
              <a:defRPr sz="1125" b="0">
                <a:solidFill>
                  <a:srgbClr val="486171"/>
                </a:solidFill>
                <a:latin typeface="Nimbus Sans"/>
                <a:ea typeface="Nimbus Sans"/>
                <a:cs typeface="Nimbus Sans"/>
              </a:defRPr>
            </a:lvl3pPr>
            <a:lvl4pPr>
              <a:defRPr sz="1125" b="0">
                <a:solidFill>
                  <a:srgbClr val="486171"/>
                </a:solidFill>
                <a:latin typeface="Nimbus Sans"/>
                <a:ea typeface="Nimbus Sans"/>
                <a:cs typeface="Nimbus Sans"/>
              </a:defRPr>
            </a:lvl4pPr>
            <a:lvl5pPr>
              <a:defRPr sz="1125" b="0">
                <a:solidFill>
                  <a:srgbClr val="486171"/>
                </a:solidFill>
                <a:latin typeface="Nimbus Sans"/>
                <a:ea typeface="Nimbus Sans"/>
                <a:cs typeface="Nimbus Sans"/>
              </a:defRPr>
            </a:lvl5pPr>
            <a:lvl6pPr>
              <a:defRPr sz="1125" b="0">
                <a:solidFill>
                  <a:srgbClr val="486171"/>
                </a:solidFill>
                <a:latin typeface="Nimbus Sans"/>
                <a:ea typeface="Nimbus Sans"/>
                <a:cs typeface="Nimbus Sans"/>
              </a:defRPr>
            </a:lvl6pPr>
            <a:lvl7pPr>
              <a:defRPr sz="1125" b="0">
                <a:solidFill>
                  <a:srgbClr val="486171"/>
                </a:solidFill>
                <a:latin typeface="Nimbus Sans"/>
                <a:ea typeface="Nimbus Sans"/>
                <a:cs typeface="Nimbus Sans"/>
              </a:defRPr>
            </a:lvl7pPr>
            <a:lvl8pPr>
              <a:defRPr sz="1125" b="0">
                <a:solidFill>
                  <a:srgbClr val="486171"/>
                </a:solidFill>
                <a:latin typeface="Nimbus Sans"/>
                <a:ea typeface="Nimbus Sans"/>
                <a:cs typeface="Nimbus Sans"/>
              </a:defRPr>
            </a:lvl8pPr>
            <a:lvl9pPr>
              <a:defRPr sz="1125" b="0">
                <a:solidFill>
                  <a:srgbClr val="486171"/>
                </a:solidFill>
                <a:latin typeface="Nimbus Sans"/>
                <a:ea typeface="Nimbus Sans"/>
                <a:cs typeface="Nimbus Sans"/>
              </a:defRPr>
            </a:lvl9pPr>
          </a:lstStyle>
          <a:p xmlns:a="http://schemas.openxmlformats.org/drawingml/2006/main">
            <a:pPr>
              <a:defRPr sz="1125" b="0">
                <a:solidFill>
                  <a:srgbClr val="486171"/>
                </a:solidFill>
                <a:latin typeface="Nimbus Sans"/>
                <a:ea typeface="Nimbus Sans"/>
                <a:cs typeface="Nimbus Sans"/>
              </a:defRPr>
            </a:pPr>
            <a:r>
              <a:rPr sz="1125" b="0">
                <a:solidFill>
                  <a:srgbClr val="486171"/>
                </a:solidFill>
                <a:latin typeface="Nimbus Sans"/>
                <a:ea typeface="Nimbus Sans"/>
                <a:cs typeface="Nimbus Sans"/>
              </a:rPr>
              <a:t>10</a:t>
            </a:r>
          </a:p>
        </p:txBody>
      </p:sp>
      <p:sp>
        <p:nvSpPr>
          <p:cNvPr id="5" name="authors">
            <a:extLst xmlns:a="http://schemas.openxmlformats.org/drawingml/2006/main">
              <a:ext uri="{FF2B5EF4-FFF2-40B4-BE49-F238E27FC236}">
                <a16:creationId xmlns:a16="http://schemas.microsoft.com/office/drawing/2014/main" id="{41740571-ED2F-4C8D-A29B-3ABBDC653C8E}"/>
              </a:ext>
            </a:extLst>
          </p:cNvPr>
          <p:cNvSpPr>
            <a:spLocks xmlns:a="http://schemas.openxmlformats.org/drawingml/2006/main" noGrp="1"/>
          </p:cNvSpPr>
          <p:nvPr/>
        </p:nvSpPr>
        <p:spPr>
          <a:xfrm xmlns:a="http://schemas.openxmlformats.org/drawingml/2006/main">
            <a:off x="609600" y="1743075"/>
            <a:ext cx="4476750" cy="1743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087E8B"/>
                </a:solidFill>
                <a:latin typeface="Nimbus Sans"/>
                <a:ea typeface="Nimbus Sans"/>
                <a:cs typeface="Nimbus Sans"/>
              </a:defRPr>
            </a:defPPr>
            <a:lvl1pPr>
              <a:defRPr sz="2625" b="1">
                <a:solidFill>
                  <a:srgbClr val="087E8B"/>
                </a:solidFill>
                <a:latin typeface="Nimbus Sans"/>
                <a:ea typeface="Nimbus Sans"/>
                <a:cs typeface="Nimbus Sans"/>
              </a:defRPr>
            </a:lvl1pPr>
            <a:lvl2pPr>
              <a:defRPr sz="2625" b="1">
                <a:solidFill>
                  <a:srgbClr val="087E8B"/>
                </a:solidFill>
                <a:latin typeface="Nimbus Sans"/>
                <a:ea typeface="Nimbus Sans"/>
                <a:cs typeface="Nimbus Sans"/>
              </a:defRPr>
            </a:lvl2pPr>
            <a:lvl3pPr>
              <a:defRPr sz="2625" b="1">
                <a:solidFill>
                  <a:srgbClr val="087E8B"/>
                </a:solidFill>
                <a:latin typeface="Nimbus Sans"/>
                <a:ea typeface="Nimbus Sans"/>
                <a:cs typeface="Nimbus Sans"/>
              </a:defRPr>
            </a:lvl3pPr>
            <a:lvl4pPr>
              <a:defRPr sz="2625" b="1">
                <a:solidFill>
                  <a:srgbClr val="087E8B"/>
                </a:solidFill>
                <a:latin typeface="Nimbus Sans"/>
                <a:ea typeface="Nimbus Sans"/>
                <a:cs typeface="Nimbus Sans"/>
              </a:defRPr>
            </a:lvl4pPr>
            <a:lvl5pPr>
              <a:defRPr sz="2625" b="1">
                <a:solidFill>
                  <a:srgbClr val="087E8B"/>
                </a:solidFill>
                <a:latin typeface="Nimbus Sans"/>
                <a:ea typeface="Nimbus Sans"/>
                <a:cs typeface="Nimbus Sans"/>
              </a:defRPr>
            </a:lvl5pPr>
            <a:lvl6pPr>
              <a:defRPr sz="2625" b="1">
                <a:solidFill>
                  <a:srgbClr val="087E8B"/>
                </a:solidFill>
                <a:latin typeface="Nimbus Sans"/>
                <a:ea typeface="Nimbus Sans"/>
                <a:cs typeface="Nimbus Sans"/>
              </a:defRPr>
            </a:lvl6pPr>
            <a:lvl7pPr>
              <a:defRPr sz="2625" b="1">
                <a:solidFill>
                  <a:srgbClr val="087E8B"/>
                </a:solidFill>
                <a:latin typeface="Nimbus Sans"/>
                <a:ea typeface="Nimbus Sans"/>
                <a:cs typeface="Nimbus Sans"/>
              </a:defRPr>
            </a:lvl7pPr>
            <a:lvl8pPr>
              <a:defRPr sz="2625" b="1">
                <a:solidFill>
                  <a:srgbClr val="087E8B"/>
                </a:solidFill>
                <a:latin typeface="Nimbus Sans"/>
                <a:ea typeface="Nimbus Sans"/>
                <a:cs typeface="Nimbus Sans"/>
              </a:defRPr>
            </a:lvl8pPr>
            <a:lvl9pPr>
              <a:defRPr sz="2625" b="1">
                <a:solidFill>
                  <a:srgbClr val="087E8B"/>
                </a:solidFill>
                <a:latin typeface="Nimbus Sans"/>
                <a:ea typeface="Nimbus Sans"/>
                <a:cs typeface="Nimbus Sans"/>
              </a:defRPr>
            </a:lvl9pPr>
          </a:lstStyle>
          <a:p xmlns:a="http://schemas.openxmlformats.org/drawingml/2006/main">
            <a:pPr>
              <a:defRPr sz="2625" b="1">
                <a:solidFill>
                  <a:srgbClr val="087E8B"/>
                </a:solidFill>
                <a:latin typeface="Nimbus Sans"/>
                <a:ea typeface="Nimbus Sans"/>
                <a:cs typeface="Nimbus Sans"/>
              </a:defRPr>
            </a:pPr>
            <a:r>
              <a:rPr sz="2625" b="1">
                <a:solidFill>
                  <a:srgbClr val="087E8B"/>
                </a:solidFill>
                <a:latin typeface="Nimbus Sans"/>
                <a:ea typeface="Nimbus Sans"/>
                <a:cs typeface="Nimbus Sans"/>
              </a:rPr>
              <a:t>David Xu, PhD</a:t>
            </a:r>
          </a:p>
          <a:p xmlns:a="http://schemas.openxmlformats.org/drawingml/2006/main">
            <a:pPr>
              <a:defRPr sz="2625" b="1">
                <a:solidFill>
                  <a:srgbClr val="087E8B"/>
                </a:solidFill>
                <a:latin typeface="Nimbus Sans"/>
                <a:ea typeface="Nimbus Sans"/>
                <a:cs typeface="Nimbus Sans"/>
              </a:defRPr>
            </a:pPr>
            <a:r>
              <a:rPr sz="2625" b="1">
                <a:solidFill>
                  <a:srgbClr val="087E8B"/>
                </a:solidFill>
                <a:latin typeface="Nimbus Sans"/>
                <a:ea typeface="Nimbus Sans"/>
                <a:cs typeface="Nimbus Sans"/>
              </a:rPr>
              <a:t>Peter Lee, PhD, MD</a:t>
            </a:r>
          </a:p>
          <a:p xmlns:a="http://schemas.openxmlformats.org/drawingml/2006/main">
            <a:pPr>
              <a:defRPr sz="2625" b="1">
                <a:solidFill>
                  <a:srgbClr val="087E8B"/>
                </a:solidFill>
                <a:latin typeface="Nimbus Sans"/>
                <a:ea typeface="Nimbus Sans"/>
                <a:cs typeface="Nimbus Sans"/>
              </a:defRPr>
            </a:pPr>
            <a:r>
              <a:rPr sz="2625" b="1">
                <a:solidFill>
                  <a:srgbClr val="087E8B"/>
                </a:solidFill>
                <a:latin typeface="Nimbus Sans"/>
                <a:ea typeface="Nimbus Sans"/>
                <a:cs typeface="Nimbus Sans"/>
              </a:rPr>
              <a:t>Zhimin Zheng, PhD</a:t>
            </a:r>
          </a:p>
        </p:txBody>
      </p:sp>
      <p:sp>
        <p:nvSpPr>
          <p:cNvPr id="6" name="roles">
            <a:extLst xmlns:a="http://schemas.openxmlformats.org/drawingml/2006/main">
              <a:ext uri="{FF2B5EF4-FFF2-40B4-BE49-F238E27FC236}">
                <a16:creationId xmlns:a16="http://schemas.microsoft.com/office/drawing/2014/main" id="{8326D2E0-2B01-4178-97CC-879EA6BC0850}"/>
              </a:ext>
            </a:extLst>
          </p:cNvPr>
          <p:cNvSpPr>
            <a:spLocks xmlns:a="http://schemas.openxmlformats.org/drawingml/2006/main" noGrp="1"/>
          </p:cNvSpPr>
          <p:nvPr/>
        </p:nvSpPr>
        <p:spPr>
          <a:xfrm xmlns:a="http://schemas.openxmlformats.org/drawingml/2006/main">
            <a:off x="5667375" y="1762125"/>
            <a:ext cx="5810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112C40"/>
                </a:solidFill>
                <a:latin typeface="Nimbus Sans"/>
                <a:ea typeface="Nimbus Sans"/>
                <a:cs typeface="Nimbus Sans"/>
              </a:defRPr>
            </a:defPPr>
            <a:lvl1pPr>
              <a:defRPr sz="2175" b="0">
                <a:solidFill>
                  <a:srgbClr val="112C40"/>
                </a:solidFill>
                <a:latin typeface="Nimbus Sans"/>
                <a:ea typeface="Nimbus Sans"/>
                <a:cs typeface="Nimbus Sans"/>
              </a:defRPr>
            </a:lvl1pPr>
            <a:lvl2pPr>
              <a:defRPr sz="2175" b="0">
                <a:solidFill>
                  <a:srgbClr val="112C40"/>
                </a:solidFill>
                <a:latin typeface="Nimbus Sans"/>
                <a:ea typeface="Nimbus Sans"/>
                <a:cs typeface="Nimbus Sans"/>
              </a:defRPr>
            </a:lvl2pPr>
            <a:lvl3pPr>
              <a:defRPr sz="2175" b="0">
                <a:solidFill>
                  <a:srgbClr val="112C40"/>
                </a:solidFill>
                <a:latin typeface="Nimbus Sans"/>
                <a:ea typeface="Nimbus Sans"/>
                <a:cs typeface="Nimbus Sans"/>
              </a:defRPr>
            </a:lvl3pPr>
            <a:lvl4pPr>
              <a:defRPr sz="2175" b="0">
                <a:solidFill>
                  <a:srgbClr val="112C40"/>
                </a:solidFill>
                <a:latin typeface="Nimbus Sans"/>
                <a:ea typeface="Nimbus Sans"/>
                <a:cs typeface="Nimbus Sans"/>
              </a:defRPr>
            </a:lvl4pPr>
            <a:lvl5pPr>
              <a:defRPr sz="2175" b="0">
                <a:solidFill>
                  <a:srgbClr val="112C40"/>
                </a:solidFill>
                <a:latin typeface="Nimbus Sans"/>
                <a:ea typeface="Nimbus Sans"/>
                <a:cs typeface="Nimbus Sans"/>
              </a:defRPr>
            </a:lvl5pPr>
            <a:lvl6pPr>
              <a:defRPr sz="2175" b="0">
                <a:solidFill>
                  <a:srgbClr val="112C40"/>
                </a:solidFill>
                <a:latin typeface="Nimbus Sans"/>
                <a:ea typeface="Nimbus Sans"/>
                <a:cs typeface="Nimbus Sans"/>
              </a:defRPr>
            </a:lvl6pPr>
            <a:lvl7pPr>
              <a:defRPr sz="2175" b="0">
                <a:solidFill>
                  <a:srgbClr val="112C40"/>
                </a:solidFill>
                <a:latin typeface="Nimbus Sans"/>
                <a:ea typeface="Nimbus Sans"/>
                <a:cs typeface="Nimbus Sans"/>
              </a:defRPr>
            </a:lvl7pPr>
            <a:lvl8pPr>
              <a:defRPr sz="2175" b="0">
                <a:solidFill>
                  <a:srgbClr val="112C40"/>
                </a:solidFill>
                <a:latin typeface="Nimbus Sans"/>
                <a:ea typeface="Nimbus Sans"/>
                <a:cs typeface="Nimbus Sans"/>
              </a:defRPr>
            </a:lvl8pPr>
            <a:lvl9pPr>
              <a:defRPr sz="2175" b="0">
                <a:solidFill>
                  <a:srgbClr val="112C40"/>
                </a:solidFill>
                <a:latin typeface="Nimbus Sans"/>
                <a:ea typeface="Nimbus Sans"/>
                <a:cs typeface="Nimbus Sans"/>
              </a:defRPr>
            </a:lvl9pPr>
          </a:lstStyle>
          <a:p xmlns:a="http://schemas.openxmlformats.org/drawingml/2006/main">
            <a:pPr>
              <a:defRPr sz="2175" b="0">
                <a:solidFill>
                  <a:srgbClr val="112C40"/>
                </a:solidFill>
                <a:latin typeface="Nimbus Sans"/>
                <a:ea typeface="Nimbus Sans"/>
                <a:cs typeface="Nimbus Sans"/>
              </a:defRPr>
            </a:pPr>
            <a:r>
              <a:rPr sz="2175" b="0">
                <a:solidFill>
                  <a:srgbClr val="112C40"/>
                </a:solidFill>
                <a:latin typeface="Nimbus Sans"/>
                <a:ea typeface="Nimbus Sans"/>
                <a:cs typeface="Nimbus Sans"/>
              </a:rPr>
              <a:t>Formal roles and time commitments remain to be documented. Experienced experimental and translational leadership must be secured.</a:t>
            </a:r>
          </a:p>
        </p:txBody>
      </p:sp>
      <p:sp>
        <p:nvSpPr>
          <p:cNvPr id="7" name="location">
            <a:extLst xmlns:a="http://schemas.openxmlformats.org/drawingml/2006/main">
              <a:ext uri="{FF2B5EF4-FFF2-40B4-BE49-F238E27FC236}">
                <a16:creationId xmlns:a16="http://schemas.microsoft.com/office/drawing/2014/main" id="{D16D5B70-6AC9-49BE-BCB0-DEE12488D811}"/>
              </a:ext>
            </a:extLst>
          </p:cNvPr>
          <p:cNvSpPr>
            <a:spLocks xmlns:a="http://schemas.openxmlformats.org/drawingml/2006/main" noGrp="1"/>
          </p:cNvSpPr>
          <p:nvPr/>
        </p:nvSpPr>
        <p:spPr>
          <a:xfrm xmlns:a="http://schemas.openxmlformats.org/drawingml/2006/main">
            <a:off x="609600" y="3990975"/>
            <a:ext cx="1090612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12C40"/>
                </a:solidFill>
                <a:latin typeface="Nimbus Sans"/>
                <a:ea typeface="Nimbus Sans"/>
                <a:cs typeface="Nimbus Sans"/>
              </a:defRPr>
            </a:defPPr>
            <a:lvl1pPr>
              <a:defRPr sz="2250" b="0">
                <a:solidFill>
                  <a:srgbClr val="112C40"/>
                </a:solidFill>
                <a:latin typeface="Nimbus Sans"/>
                <a:ea typeface="Nimbus Sans"/>
                <a:cs typeface="Nimbus Sans"/>
              </a:defRPr>
            </a:lvl1pPr>
            <a:lvl2pPr>
              <a:defRPr sz="2250" b="0">
                <a:solidFill>
                  <a:srgbClr val="112C40"/>
                </a:solidFill>
                <a:latin typeface="Nimbus Sans"/>
                <a:ea typeface="Nimbus Sans"/>
                <a:cs typeface="Nimbus Sans"/>
              </a:defRPr>
            </a:lvl2pPr>
            <a:lvl3pPr>
              <a:defRPr sz="2250" b="0">
                <a:solidFill>
                  <a:srgbClr val="112C40"/>
                </a:solidFill>
                <a:latin typeface="Nimbus Sans"/>
                <a:ea typeface="Nimbus Sans"/>
                <a:cs typeface="Nimbus Sans"/>
              </a:defRPr>
            </a:lvl3pPr>
            <a:lvl4pPr>
              <a:defRPr sz="2250" b="0">
                <a:solidFill>
                  <a:srgbClr val="112C40"/>
                </a:solidFill>
                <a:latin typeface="Nimbus Sans"/>
                <a:ea typeface="Nimbus Sans"/>
                <a:cs typeface="Nimbus Sans"/>
              </a:defRPr>
            </a:lvl4pPr>
            <a:lvl5pPr>
              <a:defRPr sz="2250" b="0">
                <a:solidFill>
                  <a:srgbClr val="112C40"/>
                </a:solidFill>
                <a:latin typeface="Nimbus Sans"/>
                <a:ea typeface="Nimbus Sans"/>
                <a:cs typeface="Nimbus Sans"/>
              </a:defRPr>
            </a:lvl5pPr>
            <a:lvl6pPr>
              <a:defRPr sz="2250" b="0">
                <a:solidFill>
                  <a:srgbClr val="112C40"/>
                </a:solidFill>
                <a:latin typeface="Nimbus Sans"/>
                <a:ea typeface="Nimbus Sans"/>
                <a:cs typeface="Nimbus Sans"/>
              </a:defRPr>
            </a:lvl6pPr>
            <a:lvl7pPr>
              <a:defRPr sz="2250" b="0">
                <a:solidFill>
                  <a:srgbClr val="112C40"/>
                </a:solidFill>
                <a:latin typeface="Nimbus Sans"/>
                <a:ea typeface="Nimbus Sans"/>
                <a:cs typeface="Nimbus Sans"/>
              </a:defRPr>
            </a:lvl7pPr>
            <a:lvl8pPr>
              <a:defRPr sz="2250" b="0">
                <a:solidFill>
                  <a:srgbClr val="112C40"/>
                </a:solidFill>
                <a:latin typeface="Nimbus Sans"/>
                <a:ea typeface="Nimbus Sans"/>
                <a:cs typeface="Nimbus Sans"/>
              </a:defRPr>
            </a:lvl8pPr>
            <a:lvl9pPr>
              <a:defRPr sz="2250" b="0">
                <a:solidFill>
                  <a:srgbClr val="112C40"/>
                </a:solidFill>
                <a:latin typeface="Nimbus Sans"/>
                <a:ea typeface="Nimbus Sans"/>
                <a:cs typeface="Nimbus Sans"/>
              </a:defRPr>
            </a:lvl9pPr>
          </a:lstStyle>
          <a:p xmlns:a="http://schemas.openxmlformats.org/drawingml/2006/main">
            <a:pPr>
              <a:defRPr sz="2250" b="0">
                <a:solidFill>
                  <a:srgbClr val="112C40"/>
                </a:solidFill>
                <a:latin typeface="Nimbus Sans"/>
                <a:ea typeface="Nimbus Sans"/>
                <a:cs typeface="Nimbus Sans"/>
              </a:defRPr>
            </a:pPr>
            <a:r>
              <a:rPr sz="2250" b="0">
                <a:solidFill>
                  <a:srgbClr val="112C40"/>
                </a:solidFill>
                <a:latin typeface="Nimbus Sans"/>
                <a:ea typeface="Nimbus Sans"/>
                <a:cs typeface="Nimbus Sans"/>
              </a:rPr>
              <a:t>Incorporation and laboratory base remain open. No employer or institution is represented as a venture sponsor.</a:t>
            </a:r>
          </a:p>
        </p:txBody>
      </p:sp>
      <p:sp>
        <p:nvSpPr>
          <p:cNvPr id="8" name="ask">
            <a:extLst xmlns:a="http://schemas.openxmlformats.org/drawingml/2006/main">
              <a:ext uri="{FF2B5EF4-FFF2-40B4-BE49-F238E27FC236}">
                <a16:creationId xmlns:a16="http://schemas.microsoft.com/office/drawing/2014/main" id="{B2B80946-B56F-4853-8FF3-A3547CC156D5}"/>
              </a:ext>
            </a:extLst>
          </p:cNvPr>
          <p:cNvSpPr>
            <a:spLocks xmlns:a="http://schemas.openxmlformats.org/drawingml/2006/main" noGrp="1"/>
          </p:cNvSpPr>
          <p:nvPr/>
        </p:nvSpPr>
        <p:spPr>
          <a:xfrm xmlns:a="http://schemas.openxmlformats.org/drawingml/2006/main">
            <a:off x="609600" y="5086350"/>
            <a:ext cx="10858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112C40"/>
                </a:solidFill>
                <a:latin typeface="Nimbus Sans"/>
                <a:ea typeface="Nimbus Sans"/>
                <a:cs typeface="Nimbus Sans"/>
              </a:defRPr>
            </a:defPPr>
            <a:lvl1pPr>
              <a:defRPr sz="2400" b="1">
                <a:solidFill>
                  <a:srgbClr val="112C40"/>
                </a:solidFill>
                <a:latin typeface="Nimbus Sans"/>
                <a:ea typeface="Nimbus Sans"/>
                <a:cs typeface="Nimbus Sans"/>
              </a:defRPr>
            </a:lvl1pPr>
            <a:lvl2pPr>
              <a:defRPr sz="2400" b="1">
                <a:solidFill>
                  <a:srgbClr val="112C40"/>
                </a:solidFill>
                <a:latin typeface="Nimbus Sans"/>
                <a:ea typeface="Nimbus Sans"/>
                <a:cs typeface="Nimbus Sans"/>
              </a:defRPr>
            </a:lvl2pPr>
            <a:lvl3pPr>
              <a:defRPr sz="2400" b="1">
                <a:solidFill>
                  <a:srgbClr val="112C40"/>
                </a:solidFill>
                <a:latin typeface="Nimbus Sans"/>
                <a:ea typeface="Nimbus Sans"/>
                <a:cs typeface="Nimbus Sans"/>
              </a:defRPr>
            </a:lvl3pPr>
            <a:lvl4pPr>
              <a:defRPr sz="2400" b="1">
                <a:solidFill>
                  <a:srgbClr val="112C40"/>
                </a:solidFill>
                <a:latin typeface="Nimbus Sans"/>
                <a:ea typeface="Nimbus Sans"/>
                <a:cs typeface="Nimbus Sans"/>
              </a:defRPr>
            </a:lvl4pPr>
            <a:lvl5pPr>
              <a:defRPr sz="2400" b="1">
                <a:solidFill>
                  <a:srgbClr val="112C40"/>
                </a:solidFill>
                <a:latin typeface="Nimbus Sans"/>
                <a:ea typeface="Nimbus Sans"/>
                <a:cs typeface="Nimbus Sans"/>
              </a:defRPr>
            </a:lvl5pPr>
            <a:lvl6pPr>
              <a:defRPr sz="2400" b="1">
                <a:solidFill>
                  <a:srgbClr val="112C40"/>
                </a:solidFill>
                <a:latin typeface="Nimbus Sans"/>
                <a:ea typeface="Nimbus Sans"/>
                <a:cs typeface="Nimbus Sans"/>
              </a:defRPr>
            </a:lvl6pPr>
            <a:lvl7pPr>
              <a:defRPr sz="2400" b="1">
                <a:solidFill>
                  <a:srgbClr val="112C40"/>
                </a:solidFill>
                <a:latin typeface="Nimbus Sans"/>
                <a:ea typeface="Nimbus Sans"/>
                <a:cs typeface="Nimbus Sans"/>
              </a:defRPr>
            </a:lvl7pPr>
            <a:lvl8pPr>
              <a:defRPr sz="2400" b="1">
                <a:solidFill>
                  <a:srgbClr val="112C40"/>
                </a:solidFill>
                <a:latin typeface="Nimbus Sans"/>
                <a:ea typeface="Nimbus Sans"/>
                <a:cs typeface="Nimbus Sans"/>
              </a:defRPr>
            </a:lvl8pPr>
            <a:lvl9pPr>
              <a:defRPr sz="2400" b="1">
                <a:solidFill>
                  <a:srgbClr val="112C40"/>
                </a:solidFill>
                <a:latin typeface="Nimbus Sans"/>
                <a:ea typeface="Nimbus Sans"/>
                <a:cs typeface="Nimbus Sans"/>
              </a:defRPr>
            </a:lvl9pPr>
          </a:lstStyle>
          <a:p xmlns:a="http://schemas.openxmlformats.org/drawingml/2006/main">
            <a:pPr>
              <a:defRPr sz="2400" b="1">
                <a:solidFill>
                  <a:srgbClr val="112C40"/>
                </a:solidFill>
                <a:latin typeface="Nimbus Sans"/>
                <a:ea typeface="Nimbus Sans"/>
                <a:cs typeface="Nimbus Sans"/>
              </a:defRPr>
            </a:pPr>
            <a:r>
              <a:rPr sz="2400" b="1">
                <a:solidFill>
                  <a:srgbClr val="112C40"/>
                </a:solidFill>
                <a:latin typeface="Nimbus Sans"/>
                <a:ea typeface="Nimbus Sans"/>
                <a:cs typeface="Nimbus Sans"/>
              </a:rPr>
              <a:t>We seek an early investment and company-building partner to assess scientific fit and agree the evidence needed for the first financing.</a:t>
            </a:r>
          </a:p>
        </p:txBody>
      </p:sp>
    </p:spTree>
    <p:extLst>
      <p:ext uri="{BB962C8B-B14F-4D97-AF65-F5344CB8AC3E}">
        <p14:creationId xmlns:p14="http://schemas.microsoft.com/office/powerpoint/2010/main" val="4122435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2026-10-21T00:39:51.1900000Z</dcterms:created>
  <dcterms:modified xsi:type="dcterms:W3CDTF">2026-10-21T00:39:51.1900000Z</dcterms:modified>
</coreProperties>
</file>